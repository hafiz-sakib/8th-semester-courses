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9220200" cy="5270500"/>
  <p:notesSz cx="9220200" cy="5270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33" autoAdjust="0"/>
    <p:restoredTop sz="94660"/>
  </p:normalViewPr>
  <p:slideViewPr>
    <p:cSldViewPr>
      <p:cViewPr varScale="1">
        <p:scale>
          <a:sx n="83" d="100"/>
          <a:sy n="83" d="100"/>
        </p:scale>
        <p:origin x="858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95738" cy="2635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22875" y="0"/>
            <a:ext cx="3995738" cy="2635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9E7CCA-6FEF-4658-88DE-2147F644563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52763" y="658813"/>
            <a:ext cx="3114675" cy="17795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2338" y="2536825"/>
            <a:ext cx="7375525" cy="20748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5006975"/>
            <a:ext cx="3995738" cy="2635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22875" y="5006975"/>
            <a:ext cx="3995738" cy="2635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8BF2D-3B47-404F-87D3-F4F90D2B3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739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Unsupervised Learning (Clustering)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8BF2D-3B47-404F-87D3-F4F90D2B3FC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16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Supervised (Classification)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8BF2D-3B47-404F-87D3-F4F90D2B3FC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774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Unsupervised Learning (Clustering)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8BF2D-3B47-404F-87D3-F4F90D2B3FC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202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Reinforcement 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8BF2D-3B47-404F-87D3-F4F90D2B3FC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295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Supervised Learning (Regression)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8BF2D-3B47-404F-87D3-F4F90D2B3FC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42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Supervised (Classification)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8BF2D-3B47-404F-87D3-F4F90D2B3FC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339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Supervised (Classification)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8BF2D-3B47-404F-87D3-F4F90D2B3FC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4904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Supervised (Classification)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8BF2D-3B47-404F-87D3-F4F90D2B3FC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40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ailto:@a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@--_.g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34844" y="1272971"/>
            <a:ext cx="2109223" cy="1489964"/>
          </a:xfrm>
          <a:prstGeom prst="rect">
            <a:avLst/>
          </a:prstGeom>
        </p:spPr>
        <p:txBody>
          <a:bodyPr wrap="square" lIns="0" tIns="33750" rIns="0" bIns="0" rtlCol="0">
            <a:noAutofit/>
          </a:bodyPr>
          <a:lstStyle/>
          <a:p>
            <a:pPr marL="975868" marR="97154">
              <a:lnSpc>
                <a:spcPts val="5315"/>
              </a:lnSpc>
            </a:pPr>
            <a:r>
              <a:rPr sz="5100" b="1" spc="-1226" dirty="0">
                <a:solidFill>
                  <a:srgbClr val="EF6B00"/>
                </a:solidFill>
                <a:latin typeface="Arial"/>
                <a:cs typeface="Arial"/>
              </a:rPr>
              <a:t>CSE</a:t>
            </a:r>
            <a:endParaRPr sz="5100" dirty="0">
              <a:latin typeface="Arial"/>
              <a:cs typeface="Arial"/>
            </a:endParaRPr>
          </a:p>
          <a:p>
            <a:pPr marL="12700">
              <a:lnSpc>
                <a:spcPts val="5850"/>
              </a:lnSpc>
              <a:spcBef>
                <a:spcPts val="594"/>
              </a:spcBef>
            </a:pPr>
            <a:r>
              <a:rPr sz="5100" b="1" spc="-677" dirty="0">
                <a:solidFill>
                  <a:srgbClr val="EF6B00"/>
                </a:solidFill>
                <a:latin typeface="Arial"/>
                <a:cs typeface="Arial"/>
              </a:rPr>
              <a:t>Machine</a:t>
            </a:r>
            <a:endParaRPr sz="51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58716" y="1272971"/>
            <a:ext cx="2338892" cy="1489964"/>
          </a:xfrm>
          <a:prstGeom prst="rect">
            <a:avLst/>
          </a:prstGeom>
        </p:spPr>
        <p:txBody>
          <a:bodyPr wrap="square" lIns="0" tIns="33750" rIns="0" bIns="0" rtlCol="0">
            <a:noAutofit/>
          </a:bodyPr>
          <a:lstStyle/>
          <a:p>
            <a:pPr marL="12700" marR="97154">
              <a:lnSpc>
                <a:spcPts val="5315"/>
              </a:lnSpc>
            </a:pPr>
            <a:r>
              <a:rPr lang="en-US" sz="5100" b="1" spc="-412" dirty="0">
                <a:solidFill>
                  <a:srgbClr val="EF6B00"/>
                </a:solidFill>
                <a:latin typeface="Arial"/>
                <a:cs typeface="Arial"/>
              </a:rPr>
              <a:t>457</a:t>
            </a:r>
            <a:endParaRPr sz="5100" dirty="0">
              <a:latin typeface="Arial"/>
              <a:cs typeface="Arial"/>
            </a:endParaRPr>
          </a:p>
          <a:p>
            <a:pPr marL="174243">
              <a:lnSpc>
                <a:spcPts val="5850"/>
              </a:lnSpc>
              <a:spcBef>
                <a:spcPts val="594"/>
              </a:spcBef>
            </a:pPr>
            <a:r>
              <a:rPr sz="5100" b="1" spc="-666" dirty="0">
                <a:solidFill>
                  <a:srgbClr val="EF6B00"/>
                </a:solidFill>
                <a:latin typeface="Arial"/>
                <a:cs typeface="Arial"/>
              </a:rPr>
              <a:t>Learning</a:t>
            </a:r>
            <a:endParaRPr sz="5100"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705860" y="2968148"/>
            <a:ext cx="1757297" cy="690502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algn="ctr">
              <a:lnSpc>
                <a:spcPts val="2555"/>
              </a:lnSpc>
            </a:pPr>
            <a:r>
              <a:rPr sz="2400" spc="76" dirty="0">
                <a:solidFill>
                  <a:srgbClr val="695D46"/>
                </a:solidFill>
                <a:latin typeface="Arial"/>
                <a:cs typeface="Arial"/>
              </a:rPr>
              <a:t>Introduction</a:t>
            </a:r>
            <a:endParaRPr sz="2400" dirty="0">
              <a:latin typeface="Arial"/>
              <a:cs typeface="Arial"/>
            </a:endParaRPr>
          </a:p>
          <a:p>
            <a:pPr marL="234124" marR="243038" algn="ctr">
              <a:lnSpc>
                <a:spcPct val="95825"/>
              </a:lnSpc>
              <a:spcBef>
                <a:spcPts val="62"/>
              </a:spcBef>
            </a:pPr>
            <a:r>
              <a:rPr sz="2300" spc="8" dirty="0">
                <a:solidFill>
                  <a:srgbClr val="695D46"/>
                </a:solidFill>
                <a:latin typeface="Arial"/>
                <a:cs typeface="Arial"/>
              </a:rPr>
              <a:t>Fall 202</a:t>
            </a:r>
            <a:r>
              <a:rPr lang="en-US" sz="2300" spc="8" dirty="0">
                <a:solidFill>
                  <a:srgbClr val="695D46"/>
                </a:solidFill>
                <a:latin typeface="Arial"/>
                <a:cs typeface="Arial"/>
              </a:rPr>
              <a:t>5</a:t>
            </a:r>
            <a:endParaRPr sz="23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98780" y="616961"/>
            <a:ext cx="2674185" cy="444500"/>
          </a:xfrm>
          <a:prstGeom prst="rect">
            <a:avLst/>
          </a:prstGeom>
        </p:spPr>
        <p:txBody>
          <a:bodyPr wrap="square" lIns="0" tIns="22066" rIns="0" bIns="0" rtlCol="0">
            <a:noAutofit/>
          </a:bodyPr>
          <a:lstStyle/>
          <a:p>
            <a:pPr marL="12700">
              <a:lnSpc>
                <a:spcPts val="3475"/>
              </a:lnSpc>
            </a:pPr>
            <a:r>
              <a:rPr sz="3300" b="1" spc="-413" dirty="0">
                <a:solidFill>
                  <a:srgbClr val="EF6B00"/>
                </a:solidFill>
                <a:latin typeface="Arial"/>
                <a:cs typeface="Arial"/>
              </a:rPr>
              <a:t>Course Contents</a:t>
            </a:r>
            <a:endParaRPr sz="3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2516" y="1600382"/>
            <a:ext cx="158902" cy="182372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 marR="0">
              <a:lnSpc>
                <a:spcPts val="1939"/>
              </a:lnSpc>
            </a:pPr>
            <a:r>
              <a:rPr sz="1800" spc="150" dirty="0">
                <a:solidFill>
                  <a:srgbClr val="695D46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12700" marR="0">
              <a:lnSpc>
                <a:spcPct val="95825"/>
              </a:lnSpc>
              <a:spcBef>
                <a:spcPts val="303"/>
              </a:spcBef>
            </a:pPr>
            <a:r>
              <a:rPr sz="1800" spc="150" dirty="0">
                <a:solidFill>
                  <a:srgbClr val="695D46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12700" marR="0">
              <a:lnSpc>
                <a:spcPct val="95825"/>
              </a:lnSpc>
              <a:spcBef>
                <a:spcPts val="425"/>
              </a:spcBef>
            </a:pPr>
            <a:r>
              <a:rPr sz="1800" spc="150" dirty="0">
                <a:solidFill>
                  <a:srgbClr val="695D46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12700" marR="0">
              <a:lnSpc>
                <a:spcPct val="95825"/>
              </a:lnSpc>
              <a:spcBef>
                <a:spcPts val="495"/>
              </a:spcBef>
            </a:pPr>
            <a:r>
              <a:rPr sz="1800" spc="150" dirty="0">
                <a:solidFill>
                  <a:srgbClr val="695D46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12700" marR="0">
              <a:lnSpc>
                <a:spcPct val="95825"/>
              </a:lnSpc>
              <a:spcBef>
                <a:spcPts val="280"/>
              </a:spcBef>
            </a:pPr>
            <a:r>
              <a:rPr sz="1800" spc="150" dirty="0">
                <a:solidFill>
                  <a:srgbClr val="695D46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400"/>
              </a:spcBef>
            </a:pPr>
            <a:r>
              <a:rPr sz="1800" spc="150" dirty="0">
                <a:solidFill>
                  <a:srgbClr val="695D46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9988" y="1600382"/>
            <a:ext cx="2224473" cy="182372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30987" marR="34289">
              <a:lnSpc>
                <a:spcPts val="1939"/>
              </a:lnSpc>
            </a:pPr>
            <a:r>
              <a:rPr sz="1800" spc="59" dirty="0">
                <a:solidFill>
                  <a:srgbClr val="695D46"/>
                </a:solidFill>
                <a:latin typeface="Arial"/>
                <a:cs typeface="Arial"/>
              </a:rPr>
              <a:t>Introduction</a:t>
            </a:r>
            <a:endParaRPr sz="1800">
              <a:latin typeface="Arial"/>
              <a:cs typeface="Arial"/>
            </a:endParaRPr>
          </a:p>
          <a:p>
            <a:pPr marL="12700" marR="42553" indent="21335">
              <a:lnSpc>
                <a:spcPts val="2069"/>
              </a:lnSpc>
              <a:spcBef>
                <a:spcPts val="303"/>
              </a:spcBef>
            </a:pPr>
            <a:r>
              <a:rPr sz="1800" spc="25" dirty="0">
                <a:solidFill>
                  <a:srgbClr val="695D46"/>
                </a:solidFill>
                <a:latin typeface="Arial"/>
                <a:cs typeface="Arial"/>
              </a:rPr>
              <a:t>Probabilistic Models </a:t>
            </a:r>
            <a:endParaRPr sz="1800">
              <a:latin typeface="Arial"/>
              <a:cs typeface="Arial"/>
            </a:endParaRPr>
          </a:p>
          <a:p>
            <a:pPr marL="12700" marR="42553">
              <a:lnSpc>
                <a:spcPts val="2069"/>
              </a:lnSpc>
              <a:spcBef>
                <a:spcPts val="461"/>
              </a:spcBef>
            </a:pPr>
            <a:r>
              <a:rPr sz="1800" spc="11" dirty="0">
                <a:solidFill>
                  <a:srgbClr val="695D46"/>
                </a:solidFill>
                <a:latin typeface="Arial"/>
                <a:cs typeface="Arial"/>
              </a:rPr>
              <a:t>Tree Based Models </a:t>
            </a:r>
            <a:endParaRPr sz="1800">
              <a:latin typeface="Arial"/>
              <a:cs typeface="Arial"/>
            </a:endParaRPr>
          </a:p>
          <a:p>
            <a:pPr marL="12700" marR="42553">
              <a:lnSpc>
                <a:spcPts val="2069"/>
              </a:lnSpc>
              <a:spcBef>
                <a:spcPts val="461"/>
              </a:spcBef>
            </a:pPr>
            <a:r>
              <a:rPr sz="1800" spc="-154" dirty="0">
                <a:solidFill>
                  <a:srgbClr val="695D46"/>
                </a:solidFill>
                <a:latin typeface="Arial"/>
                <a:cs typeface="Arial"/>
              </a:rPr>
              <a:t>SVM</a:t>
            </a:r>
            <a:endParaRPr sz="1800">
              <a:latin typeface="Arial"/>
              <a:cs typeface="Arial"/>
            </a:endParaRPr>
          </a:p>
          <a:p>
            <a:pPr marL="34036" marR="0">
              <a:lnSpc>
                <a:spcPts val="1905"/>
              </a:lnSpc>
              <a:spcBef>
                <a:spcPts val="556"/>
              </a:spcBef>
            </a:pPr>
            <a:r>
              <a:rPr sz="1800" spc="20" dirty="0">
                <a:solidFill>
                  <a:srgbClr val="695D46"/>
                </a:solidFill>
                <a:latin typeface="Arial"/>
                <a:cs typeface="Arial"/>
              </a:rPr>
              <a:t>Ensemble Methods -</a:t>
            </a:r>
            <a:endParaRPr sz="1800">
              <a:latin typeface="Arial"/>
              <a:cs typeface="Arial"/>
            </a:endParaRPr>
          </a:p>
          <a:p>
            <a:pPr marL="34036">
              <a:lnSpc>
                <a:spcPct val="95825"/>
              </a:lnSpc>
              <a:spcBef>
                <a:spcPts val="304"/>
              </a:spcBef>
            </a:pPr>
            <a:r>
              <a:rPr sz="1800" spc="20" dirty="0">
                <a:solidFill>
                  <a:srgbClr val="695D46"/>
                </a:solidFill>
                <a:latin typeface="Arial"/>
                <a:cs typeface="Arial"/>
              </a:rPr>
              <a:t>Ensemble Methods -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63516" y="1603430"/>
            <a:ext cx="3092643" cy="878839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 marR="34290">
              <a:lnSpc>
                <a:spcPts val="1939"/>
              </a:lnSpc>
            </a:pPr>
            <a:r>
              <a:rPr sz="1800" spc="0" dirty="0">
                <a:solidFill>
                  <a:srgbClr val="695D46"/>
                </a:solidFill>
                <a:latin typeface="Arial"/>
                <a:cs typeface="Arial"/>
              </a:rPr>
              <a:t>•   </a:t>
            </a:r>
            <a:r>
              <a:rPr sz="1800" spc="281" dirty="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sz="1800" spc="0" dirty="0">
                <a:solidFill>
                  <a:srgbClr val="695D46"/>
                </a:solidFill>
                <a:latin typeface="Arial"/>
                <a:cs typeface="Arial"/>
              </a:rPr>
              <a:t>L</a:t>
            </a:r>
            <a:r>
              <a:rPr sz="1800" spc="-19" dirty="0">
                <a:solidFill>
                  <a:srgbClr val="695D46"/>
                </a:solidFill>
                <a:latin typeface="Arial"/>
                <a:cs typeface="Arial"/>
              </a:rPr>
              <a:t>i</a:t>
            </a:r>
            <a:r>
              <a:rPr sz="1800" spc="-14" dirty="0">
                <a:solidFill>
                  <a:srgbClr val="695D46"/>
                </a:solidFill>
                <a:latin typeface="Arial"/>
                <a:cs typeface="Arial"/>
              </a:rPr>
              <a:t>n</a:t>
            </a:r>
            <a:r>
              <a:rPr sz="1800" spc="-19" dirty="0">
                <a:solidFill>
                  <a:srgbClr val="695D46"/>
                </a:solidFill>
                <a:latin typeface="Arial"/>
                <a:cs typeface="Arial"/>
              </a:rPr>
              <a:t>e</a:t>
            </a:r>
            <a:r>
              <a:rPr sz="1800" spc="-25" dirty="0">
                <a:solidFill>
                  <a:srgbClr val="695D46"/>
                </a:solidFill>
                <a:latin typeface="Arial"/>
                <a:cs typeface="Arial"/>
              </a:rPr>
              <a:t>a</a:t>
            </a:r>
            <a:r>
              <a:rPr sz="1800" spc="0" dirty="0">
                <a:solidFill>
                  <a:srgbClr val="695D46"/>
                </a:solidFill>
                <a:latin typeface="Arial"/>
                <a:cs typeface="Arial"/>
              </a:rPr>
              <a:t>r</a:t>
            </a:r>
            <a:r>
              <a:rPr sz="1800" spc="263" dirty="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sz="1800" spc="-84" dirty="0">
                <a:solidFill>
                  <a:srgbClr val="695D46"/>
                </a:solidFill>
                <a:latin typeface="Arial"/>
                <a:cs typeface="Arial"/>
              </a:rPr>
              <a:t>M</a:t>
            </a:r>
            <a:r>
              <a:rPr sz="1800" spc="104" dirty="0">
                <a:solidFill>
                  <a:srgbClr val="695D46"/>
                </a:solidFill>
                <a:latin typeface="Arial"/>
                <a:cs typeface="Arial"/>
              </a:rPr>
              <a:t>o</a:t>
            </a:r>
            <a:r>
              <a:rPr sz="1800" spc="80" dirty="0">
                <a:solidFill>
                  <a:srgbClr val="695D46"/>
                </a:solidFill>
                <a:latin typeface="Arial"/>
                <a:cs typeface="Arial"/>
              </a:rPr>
              <a:t>d</a:t>
            </a:r>
            <a:r>
              <a:rPr sz="1800" spc="54" dirty="0">
                <a:solidFill>
                  <a:srgbClr val="695D46"/>
                </a:solidFill>
                <a:latin typeface="Arial"/>
                <a:cs typeface="Arial"/>
              </a:rPr>
              <a:t>e</a:t>
            </a:r>
            <a:r>
              <a:rPr sz="1800" spc="4" dirty="0">
                <a:solidFill>
                  <a:srgbClr val="695D46"/>
                </a:solidFill>
                <a:latin typeface="Arial"/>
                <a:cs typeface="Arial"/>
              </a:rPr>
              <a:t>l</a:t>
            </a:r>
            <a:r>
              <a:rPr sz="1800" spc="-71" dirty="0">
                <a:solidFill>
                  <a:srgbClr val="695D46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  <a:p>
            <a:pPr marL="12700" marR="34290">
              <a:lnSpc>
                <a:spcPct val="95825"/>
              </a:lnSpc>
              <a:spcBef>
                <a:spcPts val="303"/>
              </a:spcBef>
            </a:pPr>
            <a:r>
              <a:rPr sz="1800" spc="0" dirty="0">
                <a:solidFill>
                  <a:srgbClr val="695D46"/>
                </a:solidFill>
                <a:latin typeface="Arial"/>
                <a:cs typeface="Arial"/>
              </a:rPr>
              <a:t>•   </a:t>
            </a:r>
            <a:r>
              <a:rPr sz="1800" spc="281" dirty="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sz="1800" spc="-170" dirty="0">
                <a:solidFill>
                  <a:srgbClr val="695D46"/>
                </a:solidFill>
                <a:latin typeface="Arial"/>
                <a:cs typeface="Arial"/>
              </a:rPr>
              <a:t>N</a:t>
            </a:r>
            <a:r>
              <a:rPr sz="1800" spc="80" dirty="0">
                <a:solidFill>
                  <a:srgbClr val="695D46"/>
                </a:solidFill>
                <a:latin typeface="Arial"/>
                <a:cs typeface="Arial"/>
              </a:rPr>
              <a:t>e</a:t>
            </a:r>
            <a:r>
              <a:rPr sz="1800" spc="54" dirty="0">
                <a:solidFill>
                  <a:srgbClr val="695D46"/>
                </a:solidFill>
                <a:latin typeface="Arial"/>
                <a:cs typeface="Arial"/>
              </a:rPr>
              <a:t>u</a:t>
            </a:r>
            <a:r>
              <a:rPr sz="1800" spc="170" dirty="0">
                <a:solidFill>
                  <a:srgbClr val="695D46"/>
                </a:solidFill>
                <a:latin typeface="Arial"/>
                <a:cs typeface="Arial"/>
              </a:rPr>
              <a:t>r</a:t>
            </a:r>
            <a:r>
              <a:rPr sz="1800" spc="-14" dirty="0">
                <a:solidFill>
                  <a:srgbClr val="695D46"/>
                </a:solidFill>
                <a:latin typeface="Arial"/>
                <a:cs typeface="Arial"/>
              </a:rPr>
              <a:t>a</a:t>
            </a:r>
            <a:r>
              <a:rPr sz="1800" spc="-83" dirty="0">
                <a:solidFill>
                  <a:srgbClr val="695D46"/>
                </a:solidFill>
                <a:latin typeface="Arial"/>
                <a:cs typeface="Arial"/>
              </a:rPr>
              <a:t>l</a:t>
            </a:r>
            <a:r>
              <a:rPr sz="1800" spc="0" dirty="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sz="1800" spc="-209" dirty="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sz="1800" spc="-170" dirty="0">
                <a:solidFill>
                  <a:srgbClr val="695D46"/>
                </a:solidFill>
                <a:latin typeface="Arial"/>
                <a:cs typeface="Arial"/>
              </a:rPr>
              <a:t>N</a:t>
            </a:r>
            <a:r>
              <a:rPr sz="1800" spc="4" dirty="0">
                <a:solidFill>
                  <a:srgbClr val="695D46"/>
                </a:solidFill>
                <a:latin typeface="Arial"/>
                <a:cs typeface="Arial"/>
              </a:rPr>
              <a:t>e</a:t>
            </a:r>
            <a:r>
              <a:rPr sz="1800" spc="174" dirty="0">
                <a:solidFill>
                  <a:srgbClr val="695D46"/>
                </a:solidFill>
                <a:latin typeface="Arial"/>
                <a:cs typeface="Arial"/>
              </a:rPr>
              <a:t>t</a:t>
            </a:r>
            <a:r>
              <a:rPr sz="1800" spc="137" dirty="0">
                <a:solidFill>
                  <a:srgbClr val="695D46"/>
                </a:solidFill>
                <a:latin typeface="Arial"/>
                <a:cs typeface="Arial"/>
              </a:rPr>
              <a:t>w</a:t>
            </a:r>
            <a:r>
              <a:rPr sz="1800" spc="80" dirty="0">
                <a:solidFill>
                  <a:srgbClr val="695D46"/>
                </a:solidFill>
                <a:latin typeface="Arial"/>
                <a:cs typeface="Arial"/>
              </a:rPr>
              <a:t>o</a:t>
            </a:r>
            <a:r>
              <a:rPr sz="1800" spc="170" dirty="0">
                <a:solidFill>
                  <a:srgbClr val="695D46"/>
                </a:solidFill>
                <a:latin typeface="Arial"/>
                <a:cs typeface="Arial"/>
              </a:rPr>
              <a:t>r</a:t>
            </a:r>
            <a:r>
              <a:rPr sz="1800" spc="-9" dirty="0">
                <a:solidFill>
                  <a:srgbClr val="695D46"/>
                </a:solidFill>
                <a:latin typeface="Arial"/>
                <a:cs typeface="Arial"/>
              </a:rPr>
              <a:t>k</a:t>
            </a:r>
            <a:r>
              <a:rPr sz="1800" spc="-116" dirty="0">
                <a:solidFill>
                  <a:srgbClr val="695D46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375"/>
              </a:spcBef>
            </a:pPr>
            <a:r>
              <a:rPr sz="1800" spc="0" dirty="0">
                <a:solidFill>
                  <a:srgbClr val="695D46"/>
                </a:solidFill>
                <a:latin typeface="Arial"/>
                <a:cs typeface="Arial"/>
              </a:rPr>
              <a:t>•   </a:t>
            </a:r>
            <a:r>
              <a:rPr sz="1800" spc="256" dirty="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sz="1800" spc="-14" dirty="0">
                <a:solidFill>
                  <a:srgbClr val="695D46"/>
                </a:solidFill>
                <a:latin typeface="Arial"/>
                <a:cs typeface="Arial"/>
              </a:rPr>
              <a:t>Unsupe</a:t>
            </a:r>
            <a:r>
              <a:rPr sz="1800" spc="-9" dirty="0">
                <a:solidFill>
                  <a:srgbClr val="695D46"/>
                </a:solidFill>
                <a:latin typeface="Arial"/>
                <a:cs typeface="Arial"/>
              </a:rPr>
              <a:t>r</a:t>
            </a:r>
            <a:r>
              <a:rPr sz="1800" spc="-19" dirty="0">
                <a:solidFill>
                  <a:srgbClr val="695D46"/>
                </a:solidFill>
                <a:latin typeface="Arial"/>
                <a:cs typeface="Arial"/>
              </a:rPr>
              <a:t>v</a:t>
            </a:r>
            <a:r>
              <a:rPr sz="1800" spc="-9" dirty="0">
                <a:solidFill>
                  <a:srgbClr val="695D46"/>
                </a:solidFill>
                <a:latin typeface="Arial"/>
                <a:cs typeface="Arial"/>
              </a:rPr>
              <a:t>is</a:t>
            </a:r>
            <a:r>
              <a:rPr sz="1800" spc="-25" dirty="0">
                <a:solidFill>
                  <a:srgbClr val="695D46"/>
                </a:solidFill>
                <a:latin typeface="Arial"/>
                <a:cs typeface="Arial"/>
              </a:rPr>
              <a:t>e</a:t>
            </a:r>
            <a:r>
              <a:rPr sz="1800" spc="0" dirty="0">
                <a:solidFill>
                  <a:srgbClr val="695D46"/>
                </a:solidFill>
                <a:latin typeface="Arial"/>
                <a:cs typeface="Arial"/>
              </a:rPr>
              <a:t>d </a:t>
            </a:r>
            <a:r>
              <a:rPr sz="1800" spc="193" dirty="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sz="1800" spc="-210" dirty="0">
                <a:solidFill>
                  <a:srgbClr val="695D46"/>
                </a:solidFill>
                <a:latin typeface="Arial"/>
                <a:cs typeface="Arial"/>
              </a:rPr>
              <a:t>L</a:t>
            </a:r>
            <a:r>
              <a:rPr sz="1800" spc="-40" dirty="0">
                <a:solidFill>
                  <a:srgbClr val="695D46"/>
                </a:solidFill>
                <a:latin typeface="Arial"/>
                <a:cs typeface="Arial"/>
              </a:rPr>
              <a:t>e</a:t>
            </a:r>
            <a:r>
              <a:rPr sz="1800" spc="4" dirty="0">
                <a:solidFill>
                  <a:srgbClr val="695D46"/>
                </a:solidFill>
                <a:latin typeface="Arial"/>
                <a:cs typeface="Arial"/>
              </a:rPr>
              <a:t>a</a:t>
            </a:r>
            <a:r>
              <a:rPr sz="1800" spc="194" dirty="0">
                <a:solidFill>
                  <a:srgbClr val="695D46"/>
                </a:solidFill>
                <a:latin typeface="Arial"/>
                <a:cs typeface="Arial"/>
              </a:rPr>
              <a:t>r</a:t>
            </a:r>
            <a:r>
              <a:rPr sz="1800" spc="54" dirty="0">
                <a:solidFill>
                  <a:srgbClr val="695D46"/>
                </a:solidFill>
                <a:latin typeface="Arial"/>
                <a:cs typeface="Arial"/>
              </a:rPr>
              <a:t>n</a:t>
            </a:r>
            <a:r>
              <a:rPr sz="1800" spc="53" dirty="0">
                <a:solidFill>
                  <a:srgbClr val="695D46"/>
                </a:solidFill>
                <a:latin typeface="Arial"/>
                <a:cs typeface="Arial"/>
              </a:rPr>
              <a:t>i</a:t>
            </a:r>
            <a:r>
              <a:rPr sz="1800" spc="30" dirty="0">
                <a:solidFill>
                  <a:srgbClr val="695D46"/>
                </a:solidFill>
                <a:latin typeface="Arial"/>
                <a:cs typeface="Arial"/>
              </a:rPr>
              <a:t>n</a:t>
            </a:r>
            <a:r>
              <a:rPr sz="1800" spc="29" dirty="0">
                <a:solidFill>
                  <a:srgbClr val="695D46"/>
                </a:solidFill>
                <a:latin typeface="Arial"/>
                <a:cs typeface="Arial"/>
              </a:rPr>
              <a:t>g </a:t>
            </a:r>
            <a:r>
              <a:rPr sz="1800" spc="-137" dirty="0">
                <a:solidFill>
                  <a:srgbClr val="695D46"/>
                </a:solidFill>
                <a:latin typeface="Arial"/>
                <a:cs typeface="Arial"/>
              </a:rPr>
              <a:t>-</a:t>
            </a:r>
            <a:r>
              <a:rPr sz="1800" spc="189" dirty="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sz="1800" spc="-329" dirty="0">
                <a:solidFill>
                  <a:srgbClr val="695D46"/>
                </a:solidFill>
                <a:latin typeface="Arial"/>
                <a:cs typeface="Arial"/>
              </a:rPr>
              <a:t>I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63515" y="2542214"/>
            <a:ext cx="158902" cy="881888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800" spc="150" dirty="0">
                <a:solidFill>
                  <a:srgbClr val="695D46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303"/>
              </a:spcBef>
            </a:pPr>
            <a:r>
              <a:rPr sz="1800" spc="150" dirty="0">
                <a:solidFill>
                  <a:srgbClr val="695D46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12700" marR="0">
              <a:lnSpc>
                <a:spcPct val="95825"/>
              </a:lnSpc>
              <a:spcBef>
                <a:spcPts val="400"/>
              </a:spcBef>
            </a:pPr>
            <a:r>
              <a:rPr sz="1800" spc="150" dirty="0">
                <a:solidFill>
                  <a:srgbClr val="695D46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20131" y="2542214"/>
            <a:ext cx="2800229" cy="881888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21844">
              <a:lnSpc>
                <a:spcPts val="1939"/>
              </a:lnSpc>
            </a:pPr>
            <a:r>
              <a:rPr sz="1800" spc="-3" dirty="0">
                <a:solidFill>
                  <a:srgbClr val="695D46"/>
                </a:solidFill>
                <a:latin typeface="Arial"/>
                <a:cs typeface="Arial"/>
              </a:rPr>
              <a:t>Unsupervised  Learning - II</a:t>
            </a:r>
            <a:endParaRPr sz="1800">
              <a:latin typeface="Arial"/>
              <a:cs typeface="Arial"/>
            </a:endParaRPr>
          </a:p>
          <a:p>
            <a:pPr marL="15748" marR="34290">
              <a:lnSpc>
                <a:spcPct val="95825"/>
              </a:lnSpc>
              <a:spcBef>
                <a:spcPts val="303"/>
              </a:spcBef>
            </a:pPr>
            <a:r>
              <a:rPr sz="1800" spc="26" dirty="0">
                <a:solidFill>
                  <a:srgbClr val="695D46"/>
                </a:solidFill>
                <a:latin typeface="Arial"/>
                <a:cs typeface="Arial"/>
              </a:rPr>
              <a:t>Generative Models</a:t>
            </a:r>
            <a:endParaRPr sz="1800">
              <a:latin typeface="Arial"/>
              <a:cs typeface="Arial"/>
            </a:endParaRPr>
          </a:p>
          <a:p>
            <a:pPr marL="12700" marR="9680">
              <a:lnSpc>
                <a:spcPct val="95825"/>
              </a:lnSpc>
              <a:spcBef>
                <a:spcPts val="400"/>
              </a:spcBef>
            </a:pPr>
            <a:r>
              <a:rPr sz="1800" spc="3" dirty="0">
                <a:solidFill>
                  <a:srgbClr val="695D46"/>
                </a:solidFill>
                <a:latin typeface="Arial"/>
                <a:cs typeface="Arial"/>
              </a:rPr>
              <a:t>Semi-supervised  Learning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172460" y="2856158"/>
            <a:ext cx="145421" cy="567944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 marR="34289">
              <a:lnSpc>
                <a:spcPts val="1939"/>
              </a:lnSpc>
            </a:pPr>
            <a:r>
              <a:rPr sz="1800" spc="-329" dirty="0">
                <a:solidFill>
                  <a:srgbClr val="695D46"/>
                </a:solidFill>
                <a:latin typeface="Arial"/>
                <a:cs typeface="Arial"/>
              </a:rPr>
              <a:t>I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303"/>
              </a:spcBef>
            </a:pPr>
            <a:r>
              <a:rPr sz="1800" spc="-162" dirty="0">
                <a:solidFill>
                  <a:srgbClr val="695D46"/>
                </a:solidFill>
                <a:latin typeface="Arial"/>
                <a:cs typeface="Arial"/>
              </a:rPr>
              <a:t>II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0" y="0"/>
            <a:ext cx="9169400" cy="518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7068" y="584543"/>
            <a:ext cx="2394181" cy="495300"/>
          </a:xfrm>
          <a:prstGeom prst="rect">
            <a:avLst/>
          </a:prstGeom>
        </p:spPr>
        <p:txBody>
          <a:bodyPr wrap="square" lIns="0" tIns="24638" rIns="0" bIns="0" rtlCol="0">
            <a:noAutofit/>
          </a:bodyPr>
          <a:lstStyle/>
          <a:p>
            <a:pPr marL="12700">
              <a:lnSpc>
                <a:spcPts val="3879"/>
              </a:lnSpc>
            </a:pPr>
            <a:r>
              <a:rPr sz="3400" b="1" spc="-404" dirty="0">
                <a:solidFill>
                  <a:srgbClr val="EF6B00"/>
                </a:solidFill>
                <a:latin typeface="Arial"/>
                <a:cs typeface="Arial"/>
              </a:rPr>
              <a:t>Grading </a:t>
            </a:r>
            <a:r>
              <a:rPr sz="3700" b="1" spc="-379" dirty="0">
                <a:solidFill>
                  <a:srgbClr val="EF6B00"/>
                </a:solidFill>
                <a:latin typeface="Times New Roman"/>
                <a:cs typeface="Times New Roman"/>
              </a:rPr>
              <a:t>Policy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5460" y="1394265"/>
            <a:ext cx="162115" cy="1497075"/>
          </a:xfrm>
          <a:prstGeom prst="rect">
            <a:avLst/>
          </a:prstGeom>
        </p:spPr>
        <p:txBody>
          <a:bodyPr wrap="square" lIns="0" tIns="11684" rIns="0" bIns="0" rtlCol="0">
            <a:noAutofit/>
          </a:bodyPr>
          <a:lstStyle/>
          <a:p>
            <a:pPr marL="18795">
              <a:lnSpc>
                <a:spcPts val="1839"/>
              </a:lnSpc>
            </a:pPr>
            <a:r>
              <a:rPr sz="1700" spc="177" dirty="0">
                <a:solidFill>
                  <a:srgbClr val="695D46"/>
                </a:solidFill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  <a:p>
            <a:pPr marL="15747" marR="25">
              <a:lnSpc>
                <a:spcPct val="95825"/>
              </a:lnSpc>
              <a:spcBef>
                <a:spcPts val="449"/>
              </a:spcBef>
            </a:pPr>
            <a:r>
              <a:rPr sz="1700" spc="201" dirty="0">
                <a:solidFill>
                  <a:srgbClr val="695D46"/>
                </a:solidFill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  <a:p>
            <a:pPr marL="15748" marR="3047">
              <a:lnSpc>
                <a:spcPct val="95825"/>
              </a:lnSpc>
              <a:spcBef>
                <a:spcPts val="490"/>
              </a:spcBef>
            </a:pPr>
            <a:r>
              <a:rPr sz="1700" spc="177" dirty="0">
                <a:solidFill>
                  <a:srgbClr val="695D46"/>
                </a:solidFill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  <a:p>
            <a:pPr marL="15748" marR="3047">
              <a:lnSpc>
                <a:spcPct val="95825"/>
              </a:lnSpc>
              <a:spcBef>
                <a:spcPts val="517"/>
              </a:spcBef>
            </a:pPr>
            <a:r>
              <a:rPr sz="1700" spc="177" dirty="0">
                <a:solidFill>
                  <a:srgbClr val="695D46"/>
                </a:solidFill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  <a:p>
            <a:pPr marL="12700" marR="6095">
              <a:lnSpc>
                <a:spcPct val="95825"/>
              </a:lnSpc>
              <a:spcBef>
                <a:spcPts val="517"/>
              </a:spcBef>
            </a:pPr>
            <a:r>
              <a:rPr sz="1700" spc="177" dirty="0">
                <a:solidFill>
                  <a:srgbClr val="695D46"/>
                </a:solidFill>
                <a:latin typeface="Arial"/>
                <a:cs typeface="Arial"/>
              </a:rPr>
              <a:t>•</a:t>
            </a:r>
            <a:endParaRPr sz="17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59028" y="1394265"/>
            <a:ext cx="1998472" cy="1497075"/>
          </a:xfrm>
          <a:prstGeom prst="rect">
            <a:avLst/>
          </a:prstGeom>
        </p:spPr>
        <p:txBody>
          <a:bodyPr wrap="square" lIns="0" tIns="11684" rIns="0" bIns="0" rtlCol="0">
            <a:noAutofit/>
          </a:bodyPr>
          <a:lstStyle/>
          <a:p>
            <a:pPr marL="12700">
              <a:lnSpc>
                <a:spcPts val="1839"/>
              </a:lnSpc>
            </a:pPr>
            <a:r>
              <a:rPr sz="1700" spc="73" dirty="0">
                <a:solidFill>
                  <a:srgbClr val="695D46"/>
                </a:solidFill>
                <a:latin typeface="Arial"/>
                <a:cs typeface="Arial"/>
              </a:rPr>
              <a:t>Attendance - </a:t>
            </a:r>
            <a:r>
              <a:rPr lang="en-US" sz="1700" spc="73" dirty="0">
                <a:solidFill>
                  <a:srgbClr val="695D46"/>
                </a:solidFill>
                <a:latin typeface="Arial"/>
                <a:cs typeface="Arial"/>
              </a:rPr>
              <a:t>10</a:t>
            </a:r>
            <a:r>
              <a:rPr sz="1700" spc="73" dirty="0">
                <a:solidFill>
                  <a:srgbClr val="695D46"/>
                </a:solidFill>
                <a:latin typeface="Arial"/>
                <a:cs typeface="Arial"/>
              </a:rPr>
              <a:t>%</a:t>
            </a:r>
            <a:endParaRPr lang="en-US" sz="1700" spc="73" dirty="0">
              <a:solidFill>
                <a:srgbClr val="695D46"/>
              </a:solidFill>
              <a:latin typeface="Arial"/>
              <a:cs typeface="Arial"/>
            </a:endParaRPr>
          </a:p>
          <a:p>
            <a:pPr marL="12700">
              <a:lnSpc>
                <a:spcPts val="1839"/>
              </a:lnSpc>
            </a:pPr>
            <a:r>
              <a:rPr lang="en-US" sz="1700" spc="73" dirty="0">
                <a:solidFill>
                  <a:srgbClr val="695D46"/>
                </a:solidFill>
                <a:latin typeface="Arial"/>
                <a:cs typeface="Arial"/>
              </a:rPr>
              <a:t>Assignment – 10%</a:t>
            </a:r>
            <a:endParaRPr sz="1700" dirty="0">
              <a:latin typeface="Arial"/>
              <a:cs typeface="Arial"/>
            </a:endParaRPr>
          </a:p>
          <a:p>
            <a:pPr marL="30988" marR="601076" indent="-6096">
              <a:lnSpc>
                <a:spcPts val="1954"/>
              </a:lnSpc>
              <a:spcBef>
                <a:spcPts val="449"/>
              </a:spcBef>
            </a:pPr>
            <a:r>
              <a:rPr lang="en-US" sz="1700" spc="23" dirty="0">
                <a:solidFill>
                  <a:srgbClr val="695D46"/>
                </a:solidFill>
                <a:latin typeface="Arial"/>
                <a:cs typeface="Arial"/>
              </a:rPr>
              <a:t>CT</a:t>
            </a:r>
            <a:r>
              <a:rPr sz="1700" spc="23" dirty="0">
                <a:solidFill>
                  <a:srgbClr val="695D46"/>
                </a:solidFill>
                <a:latin typeface="Arial"/>
                <a:cs typeface="Arial"/>
              </a:rPr>
              <a:t> - </a:t>
            </a:r>
            <a:r>
              <a:rPr lang="en-US" sz="1700" spc="23" dirty="0">
                <a:solidFill>
                  <a:srgbClr val="695D46"/>
                </a:solidFill>
                <a:latin typeface="Arial"/>
                <a:cs typeface="Arial"/>
              </a:rPr>
              <a:t>2</a:t>
            </a:r>
            <a:r>
              <a:rPr sz="1700" spc="23" dirty="0">
                <a:solidFill>
                  <a:srgbClr val="695D46"/>
                </a:solidFill>
                <a:latin typeface="Arial"/>
                <a:cs typeface="Arial"/>
              </a:rPr>
              <a:t>0% </a:t>
            </a:r>
            <a:endParaRPr sz="1700" dirty="0">
              <a:latin typeface="Arial"/>
              <a:cs typeface="Arial"/>
            </a:endParaRPr>
          </a:p>
          <a:p>
            <a:pPr marL="30988" marR="601076">
              <a:lnSpc>
                <a:spcPts val="1954"/>
              </a:lnSpc>
              <a:spcBef>
                <a:spcPts val="504"/>
              </a:spcBef>
            </a:pPr>
            <a:r>
              <a:rPr sz="1700" spc="10" dirty="0">
                <a:solidFill>
                  <a:srgbClr val="695D46"/>
                </a:solidFill>
                <a:latin typeface="Arial"/>
                <a:cs typeface="Arial"/>
              </a:rPr>
              <a:t>Mid - 20% </a:t>
            </a:r>
            <a:endParaRPr sz="1700" dirty="0">
              <a:latin typeface="Arial"/>
              <a:cs typeface="Arial"/>
            </a:endParaRPr>
          </a:p>
          <a:p>
            <a:pPr marL="30988" marR="601076">
              <a:lnSpc>
                <a:spcPts val="1954"/>
              </a:lnSpc>
              <a:spcBef>
                <a:spcPts val="504"/>
              </a:spcBef>
            </a:pPr>
            <a:r>
              <a:rPr sz="1700" spc="12" dirty="0">
                <a:solidFill>
                  <a:srgbClr val="695D46"/>
                </a:solidFill>
                <a:latin typeface="Arial"/>
                <a:cs typeface="Arial"/>
              </a:rPr>
              <a:t>Final - </a:t>
            </a:r>
            <a:r>
              <a:rPr lang="en-US" sz="1700" spc="12" dirty="0">
                <a:solidFill>
                  <a:srgbClr val="695D46"/>
                </a:solidFill>
                <a:latin typeface="Arial"/>
                <a:cs typeface="Arial"/>
              </a:rPr>
              <a:t>4</a:t>
            </a:r>
            <a:r>
              <a:rPr sz="1700" spc="12" dirty="0">
                <a:solidFill>
                  <a:srgbClr val="695D46"/>
                </a:solidFill>
                <a:latin typeface="Arial"/>
                <a:cs typeface="Arial"/>
              </a:rPr>
              <a:t>0%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89636" y="616961"/>
            <a:ext cx="1833654" cy="444500"/>
          </a:xfrm>
          <a:prstGeom prst="rect">
            <a:avLst/>
          </a:prstGeom>
        </p:spPr>
        <p:txBody>
          <a:bodyPr wrap="square" lIns="0" tIns="22066" rIns="0" bIns="0" rtlCol="0">
            <a:noAutofit/>
          </a:bodyPr>
          <a:lstStyle/>
          <a:p>
            <a:pPr marL="12700">
              <a:lnSpc>
                <a:spcPts val="3475"/>
              </a:lnSpc>
            </a:pPr>
            <a:r>
              <a:rPr sz="3300" b="1" spc="-402" dirty="0">
                <a:solidFill>
                  <a:srgbClr val="EF6B00"/>
                </a:solidFill>
                <a:latin typeface="Arial"/>
                <a:cs typeface="Arial"/>
              </a:rPr>
              <a:t>Text Books</a:t>
            </a:r>
            <a:endParaRPr sz="3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34916" y="1535163"/>
            <a:ext cx="747585" cy="1073205"/>
          </a:xfrm>
          <a:prstGeom prst="rect">
            <a:avLst/>
          </a:prstGeom>
        </p:spPr>
        <p:txBody>
          <a:bodyPr wrap="square" lIns="0" tIns="50165" rIns="0" bIns="0" rtlCol="0">
            <a:noAutofit/>
          </a:bodyPr>
          <a:lstStyle/>
          <a:p>
            <a:pPr marL="12700" indent="0" algn="just">
              <a:lnSpc>
                <a:spcPts val="4024"/>
              </a:lnSpc>
            </a:pPr>
            <a:r>
              <a:rPr sz="3500" b="1" spc="-734" dirty="0">
                <a:solidFill>
                  <a:srgbClr val="A0B3CA"/>
                </a:solidFill>
                <a:latin typeface="Arial"/>
                <a:cs typeface="Arial"/>
              </a:rPr>
              <a:t>Mahl </a:t>
            </a:r>
            <a:endParaRPr sz="3600">
              <a:latin typeface="Times New Roman"/>
              <a:cs typeface="Times New Roman"/>
            </a:endParaRPr>
          </a:p>
          <a:p>
            <a:pPr marL="12700" algn="just">
              <a:lnSpc>
                <a:spcPts val="4139"/>
              </a:lnSpc>
            </a:pPr>
            <a:r>
              <a:rPr sz="3600" b="1" spc="-14" dirty="0">
                <a:solidFill>
                  <a:srgbClr val="A0B3CA"/>
                </a:solidFill>
                <a:latin typeface="Times New Roman"/>
                <a:cs typeface="Times New Roman"/>
              </a:rPr>
              <a:t>l</a:t>
            </a:r>
            <a:r>
              <a:rPr sz="3600" b="1" spc="-537" dirty="0">
                <a:solidFill>
                  <a:srgbClr val="A0B3CA"/>
                </a:solidFill>
                <a:latin typeface="Times New Roman"/>
                <a:cs typeface="Times New Roman"/>
              </a:rPr>
              <a:t>e</a:t>
            </a:r>
            <a:r>
              <a:rPr sz="3600" b="1" spc="-674" dirty="0">
                <a:solidFill>
                  <a:srgbClr val="A0B3CA"/>
                </a:solidFill>
                <a:latin typeface="Times New Roman"/>
                <a:cs typeface="Times New Roman"/>
              </a:rPr>
              <a:t>a</a:t>
            </a:r>
            <a:r>
              <a:rPr sz="3600" b="1" spc="-708" dirty="0">
                <a:solidFill>
                  <a:srgbClr val="A0B3CA"/>
                </a:solidFill>
                <a:latin typeface="Times New Roman"/>
                <a:cs typeface="Times New Roman"/>
              </a:rPr>
              <a:t>r</a:t>
            </a:r>
            <a:r>
              <a:rPr sz="3600" b="1" spc="-944" dirty="0">
                <a:solidFill>
                  <a:srgbClr val="A0B3CA"/>
                </a:solidFill>
                <a:latin typeface="Times New Roman"/>
                <a:cs typeface="Times New Roman"/>
              </a:rPr>
              <a:t>nl</a:t>
            </a:r>
            <a:r>
              <a:rPr sz="3600" b="1" spc="-566" dirty="0">
                <a:solidFill>
                  <a:srgbClr val="A0B3CA"/>
                </a:solidFill>
                <a:latin typeface="Times New Roman"/>
                <a:cs typeface="Times New Roman"/>
              </a:rPr>
              <a:t> </a:t>
            </a:r>
            <a:endParaRPr sz="2100">
              <a:latin typeface="Arial"/>
              <a:cs typeface="Arial"/>
            </a:endParaRPr>
          </a:p>
          <a:p>
            <a:pPr marL="12700" algn="just">
              <a:lnSpc>
                <a:spcPts val="2414"/>
              </a:lnSpc>
            </a:pPr>
            <a:r>
              <a:rPr sz="2100" b="1" spc="-538" dirty="0">
                <a:solidFill>
                  <a:srgbClr val="BCBFC6"/>
                </a:solidFill>
                <a:latin typeface="Arial"/>
                <a:cs typeface="Arial"/>
              </a:rPr>
              <a:t>IN ACTL</a:t>
            </a:r>
            <a:endParaRPr sz="2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0700" y="1597334"/>
            <a:ext cx="213185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800" spc="-145" dirty="0">
                <a:solidFill>
                  <a:srgbClr val="695D46"/>
                </a:solidFill>
                <a:latin typeface="Arial"/>
                <a:cs typeface="Arial"/>
              </a:rPr>
              <a:t>1.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9988" y="1597334"/>
            <a:ext cx="1952348" cy="879478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34036">
              <a:lnSpc>
                <a:spcPts val="1939"/>
              </a:lnSpc>
            </a:pPr>
            <a:r>
              <a:rPr sz="1800" spc="26" dirty="0">
                <a:solidFill>
                  <a:srgbClr val="695D46"/>
                </a:solidFill>
                <a:latin typeface="Arial"/>
                <a:cs typeface="Arial"/>
              </a:rPr>
              <a:t>Machine Learning</a:t>
            </a:r>
            <a:endParaRPr sz="1800">
              <a:latin typeface="Arial"/>
              <a:cs typeface="Arial"/>
            </a:endParaRPr>
          </a:p>
          <a:p>
            <a:pPr marL="12700" marR="34289">
              <a:lnSpc>
                <a:spcPct val="95825"/>
              </a:lnSpc>
              <a:spcBef>
                <a:spcPts val="303"/>
              </a:spcBef>
            </a:pPr>
            <a:r>
              <a:rPr sz="1800" spc="-6" dirty="0">
                <a:solidFill>
                  <a:srgbClr val="695D46"/>
                </a:solidFill>
                <a:latin typeface="Arial"/>
                <a:cs typeface="Arial"/>
              </a:rPr>
              <a:t>Action  by </a:t>
            </a:r>
            <a:r>
              <a:rPr sz="1700" i="1" spc="-6" dirty="0">
                <a:solidFill>
                  <a:srgbClr val="695D46"/>
                </a:solidFill>
                <a:latin typeface="Arial"/>
                <a:cs typeface="Arial"/>
              </a:rPr>
              <a:t>Peter</a:t>
            </a:r>
            <a:endParaRPr sz="1700">
              <a:latin typeface="Arial"/>
              <a:cs typeface="Arial"/>
            </a:endParaRPr>
          </a:p>
          <a:p>
            <a:pPr marL="21843" marR="34289">
              <a:lnSpc>
                <a:spcPct val="95825"/>
              </a:lnSpc>
              <a:spcBef>
                <a:spcPts val="495"/>
              </a:spcBef>
            </a:pPr>
            <a:r>
              <a:rPr sz="1700" i="1" spc="60" dirty="0">
                <a:solidFill>
                  <a:srgbClr val="695D46"/>
                </a:solidFill>
                <a:latin typeface="Arial"/>
                <a:cs typeface="Arial"/>
              </a:rPr>
              <a:t>Harrington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92044" y="1597334"/>
            <a:ext cx="223873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800" spc="-54" dirty="0">
                <a:solidFill>
                  <a:srgbClr val="695D46"/>
                </a:solidFill>
                <a:latin typeface="Arial"/>
                <a:cs typeface="Arial"/>
              </a:rPr>
              <a:t>in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70652" y="1802729"/>
            <a:ext cx="167089" cy="585274"/>
          </a:xfrm>
          <a:prstGeom prst="rect">
            <a:avLst/>
          </a:prstGeom>
        </p:spPr>
        <p:txBody>
          <a:bodyPr wrap="square" lIns="0" tIns="6127" rIns="0" bIns="0" rtlCol="0">
            <a:noAutofit/>
          </a:bodyPr>
          <a:lstStyle/>
          <a:p>
            <a:pPr marL="12700" marR="68579">
              <a:lnSpc>
                <a:spcPts val="965"/>
              </a:lnSpc>
            </a:pPr>
            <a:r>
              <a:rPr sz="900" spc="-247" dirty="0">
                <a:solidFill>
                  <a:srgbClr val="F2F6F4"/>
                </a:solidFill>
                <a:latin typeface="Arial"/>
                <a:cs typeface="Arial"/>
              </a:rPr>
              <a:t>F</a:t>
            </a:r>
            <a:endParaRPr sz="900">
              <a:latin typeface="Arial"/>
              <a:cs typeface="Arial"/>
            </a:endParaRPr>
          </a:p>
          <a:p>
            <a:pPr marL="43179">
              <a:lnSpc>
                <a:spcPts val="3620"/>
              </a:lnSpc>
              <a:spcBef>
                <a:spcPts val="132"/>
              </a:spcBef>
            </a:pPr>
            <a:r>
              <a:rPr sz="3600" b="1" spc="-863" dirty="0">
                <a:solidFill>
                  <a:srgbClr val="F2F6F4"/>
                </a:solidFill>
                <a:latin typeface="Times New Roman"/>
                <a:cs typeface="Times New Roman"/>
              </a:rPr>
              <a:t>(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8507" y="2539166"/>
            <a:ext cx="224669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800" spc="-100" dirty="0">
                <a:solidFill>
                  <a:srgbClr val="695D46"/>
                </a:solidFill>
                <a:latin typeface="Arial"/>
                <a:cs typeface="Arial"/>
              </a:rPr>
              <a:t>2.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5227" y="2539166"/>
            <a:ext cx="2594711" cy="879478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8795">
              <a:lnSpc>
                <a:spcPts val="1939"/>
              </a:lnSpc>
            </a:pPr>
            <a:r>
              <a:rPr sz="1800" spc="4" dirty="0">
                <a:solidFill>
                  <a:srgbClr val="695D46"/>
                </a:solidFill>
                <a:latin typeface="Arial"/>
                <a:cs typeface="Arial"/>
              </a:rPr>
              <a:t>Pattern  Recognition and</a:t>
            </a:r>
            <a:endParaRPr sz="1800">
              <a:latin typeface="Arial"/>
              <a:cs typeface="Arial"/>
            </a:endParaRPr>
          </a:p>
          <a:p>
            <a:pPr marL="15747" marR="34289">
              <a:lnSpc>
                <a:spcPct val="95825"/>
              </a:lnSpc>
              <a:spcBef>
                <a:spcPts val="303"/>
              </a:spcBef>
            </a:pPr>
            <a:r>
              <a:rPr sz="1800" spc="37" dirty="0">
                <a:solidFill>
                  <a:srgbClr val="695D46"/>
                </a:solidFill>
                <a:latin typeface="Arial"/>
                <a:cs typeface="Arial"/>
              </a:rPr>
              <a:t>machine learning by</a:t>
            </a:r>
            <a:endParaRPr sz="1800">
              <a:latin typeface="Arial"/>
              <a:cs typeface="Arial"/>
            </a:endParaRPr>
          </a:p>
          <a:p>
            <a:pPr marL="12700" marR="34289">
              <a:lnSpc>
                <a:spcPct val="95825"/>
              </a:lnSpc>
              <a:spcBef>
                <a:spcPts val="495"/>
              </a:spcBef>
            </a:pPr>
            <a:r>
              <a:rPr sz="1700" i="1" spc="28" dirty="0">
                <a:solidFill>
                  <a:srgbClr val="695D46"/>
                </a:solidFill>
                <a:latin typeface="Arial"/>
                <a:cs typeface="Arial"/>
              </a:rPr>
              <a:t>Christopher M Bishop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34916" y="2899756"/>
            <a:ext cx="419227" cy="114300"/>
          </a:xfrm>
          <a:prstGeom prst="rect">
            <a:avLst/>
          </a:prstGeom>
        </p:spPr>
        <p:txBody>
          <a:bodyPr wrap="square" lIns="0" tIns="127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700" spc="-69" dirty="0">
                <a:solidFill>
                  <a:srgbClr val="BCBFC6"/>
                </a:solidFill>
                <a:latin typeface="Times New Roman"/>
                <a:cs typeface="Times New Roman"/>
              </a:rPr>
              <a:t>Peter llrinqton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550156" y="3635221"/>
            <a:ext cx="430333" cy="139700"/>
          </a:xfrm>
          <a:prstGeom prst="rect">
            <a:avLst/>
          </a:prstGeom>
        </p:spPr>
        <p:txBody>
          <a:bodyPr wrap="square" lIns="0" tIns="6477" rIns="0" bIns="0" rtlCol="0">
            <a:noAutofit/>
          </a:bodyPr>
          <a:lstStyle/>
          <a:p>
            <a:pPr marL="12700">
              <a:lnSpc>
                <a:spcPts val="1019"/>
              </a:lnSpc>
            </a:pPr>
            <a:r>
              <a:rPr sz="900" b="1" spc="288" dirty="0">
                <a:solidFill>
                  <a:srgbClr val="A0B3CA"/>
                </a:solidFill>
                <a:latin typeface="Times New Roman"/>
                <a:cs typeface="Times New Roman"/>
              </a:rPr>
              <a:t>l </a:t>
            </a:r>
            <a:r>
              <a:rPr sz="500" spc="288" dirty="0">
                <a:solidFill>
                  <a:srgbClr val="A0B3CA"/>
                </a:solidFill>
                <a:latin typeface="Times New Roman"/>
                <a:cs typeface="Times New Roman"/>
              </a:rPr>
              <a:t>o oe</a:t>
            </a:r>
            <a:endParaRPr sz="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145028" y="435982"/>
            <a:ext cx="2917578" cy="457200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12700">
              <a:lnSpc>
                <a:spcPts val="3575"/>
              </a:lnSpc>
            </a:pPr>
            <a:r>
              <a:rPr sz="3400" b="1" spc="-414" dirty="0">
                <a:solidFill>
                  <a:srgbClr val="EF6B00"/>
                </a:solidFill>
                <a:latin typeface="Arial"/>
                <a:cs typeface="Arial"/>
              </a:rPr>
              <a:t>Machine Learning</a:t>
            </a:r>
            <a:endParaRPr sz="3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9844" y="1304726"/>
            <a:ext cx="7606505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700" spc="57" dirty="0">
                <a:solidFill>
                  <a:srgbClr val="695D46"/>
                </a:solidFill>
                <a:latin typeface="Arial"/>
                <a:cs typeface="Arial"/>
              </a:rPr>
              <a:t>A computer program is said to learn from  </a:t>
            </a:r>
            <a:r>
              <a:rPr sz="1800" b="1" spc="57" dirty="0">
                <a:solidFill>
                  <a:srgbClr val="695D46"/>
                </a:solidFill>
                <a:latin typeface="Arial"/>
                <a:cs typeface="Arial"/>
              </a:rPr>
              <a:t>experience  E </a:t>
            </a:r>
            <a:r>
              <a:rPr sz="1700" spc="57" dirty="0">
                <a:solidFill>
                  <a:srgbClr val="695D46"/>
                </a:solidFill>
                <a:latin typeface="Arial"/>
                <a:cs typeface="Arial"/>
              </a:rPr>
              <a:t>with  respect to</a:t>
            </a:r>
            <a:endParaRPr sz="1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2036" y="1621718"/>
            <a:ext cx="2218466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700" spc="53" dirty="0">
                <a:solidFill>
                  <a:srgbClr val="695D46"/>
                </a:solidFill>
                <a:latin typeface="Arial"/>
                <a:cs typeface="Arial"/>
              </a:rPr>
              <a:t>some class of </a:t>
            </a:r>
            <a:r>
              <a:rPr sz="1800" b="1" spc="53" dirty="0">
                <a:solidFill>
                  <a:srgbClr val="695D46"/>
                </a:solidFill>
                <a:latin typeface="Arial"/>
                <a:cs typeface="Arial"/>
              </a:rPr>
              <a:t>task 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76220" y="1621718"/>
            <a:ext cx="3519828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700" spc="36" dirty="0">
                <a:solidFill>
                  <a:srgbClr val="695D46"/>
                </a:solidFill>
                <a:latin typeface="Arial"/>
                <a:cs typeface="Arial"/>
              </a:rPr>
              <a:t>and </a:t>
            </a:r>
            <a:r>
              <a:rPr sz="1800" b="1" spc="36" dirty="0">
                <a:solidFill>
                  <a:srgbClr val="695D46"/>
                </a:solidFill>
                <a:latin typeface="Arial"/>
                <a:cs typeface="Arial"/>
              </a:rPr>
              <a:t>performance measure  P, </a:t>
            </a:r>
            <a:r>
              <a:rPr sz="1700" spc="36" dirty="0">
                <a:solidFill>
                  <a:srgbClr val="695D46"/>
                </a:solidFill>
                <a:latin typeface="Arial"/>
                <a:cs typeface="Arial"/>
              </a:rPr>
              <a:t>if</a:t>
            </a:r>
            <a:endParaRPr sz="17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05804" y="1632009"/>
            <a:ext cx="274510" cy="241300"/>
          </a:xfrm>
          <a:prstGeom prst="rect">
            <a:avLst/>
          </a:prstGeom>
        </p:spPr>
        <p:txBody>
          <a:bodyPr wrap="square" lIns="0" tIns="11684" rIns="0" bIns="0" rtlCol="0">
            <a:noAutofit/>
          </a:bodyPr>
          <a:lstStyle/>
          <a:p>
            <a:pPr marL="12700">
              <a:lnSpc>
                <a:spcPts val="1839"/>
              </a:lnSpc>
            </a:pPr>
            <a:r>
              <a:rPr sz="1700" spc="1" dirty="0">
                <a:solidFill>
                  <a:srgbClr val="695D46"/>
                </a:solidFill>
                <a:latin typeface="Arial"/>
                <a:cs typeface="Arial"/>
              </a:rPr>
              <a:t>its</a:t>
            </a:r>
            <a:endParaRPr sz="1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16700" y="1632009"/>
            <a:ext cx="1408110" cy="241300"/>
          </a:xfrm>
          <a:prstGeom prst="rect">
            <a:avLst/>
          </a:prstGeom>
        </p:spPr>
        <p:txBody>
          <a:bodyPr wrap="square" lIns="0" tIns="11684" rIns="0" bIns="0" rtlCol="0">
            <a:noAutofit/>
          </a:bodyPr>
          <a:lstStyle/>
          <a:p>
            <a:pPr marL="12700">
              <a:lnSpc>
                <a:spcPts val="1839"/>
              </a:lnSpc>
            </a:pPr>
            <a:r>
              <a:rPr sz="1700" spc="99" dirty="0">
                <a:solidFill>
                  <a:srgbClr val="695D46"/>
                </a:solidFill>
                <a:latin typeface="Arial"/>
                <a:cs typeface="Arial"/>
              </a:rPr>
              <a:t>performance</a:t>
            </a:r>
            <a:endParaRPr sz="1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49260" y="1632009"/>
            <a:ext cx="250640" cy="241300"/>
          </a:xfrm>
          <a:prstGeom prst="rect">
            <a:avLst/>
          </a:prstGeom>
        </p:spPr>
        <p:txBody>
          <a:bodyPr wrap="square" lIns="0" tIns="11684" rIns="0" bIns="0" rtlCol="0">
            <a:noAutofit/>
          </a:bodyPr>
          <a:lstStyle/>
          <a:p>
            <a:pPr marL="12700">
              <a:lnSpc>
                <a:spcPts val="1839"/>
              </a:lnSpc>
            </a:pPr>
            <a:r>
              <a:rPr sz="1700" spc="51" dirty="0">
                <a:solidFill>
                  <a:srgbClr val="695D46"/>
                </a:solidFill>
                <a:latin typeface="Arial"/>
                <a:cs typeface="Arial"/>
              </a:rPr>
              <a:t>at</a:t>
            </a:r>
            <a:endParaRPr sz="1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2892" y="1935662"/>
            <a:ext cx="4177046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700" spc="41" dirty="0">
                <a:solidFill>
                  <a:srgbClr val="695D46"/>
                </a:solidFill>
                <a:latin typeface="Arial"/>
                <a:cs typeface="Arial"/>
              </a:rPr>
              <a:t>task </a:t>
            </a:r>
            <a:r>
              <a:rPr sz="1800" b="1" spc="41" dirty="0">
                <a:solidFill>
                  <a:srgbClr val="695D46"/>
                </a:solidFill>
                <a:latin typeface="Arial"/>
                <a:cs typeface="Arial"/>
              </a:rPr>
              <a:t>T </a:t>
            </a:r>
            <a:r>
              <a:rPr sz="1700" spc="41" dirty="0">
                <a:solidFill>
                  <a:srgbClr val="695D46"/>
                </a:solidFill>
                <a:latin typeface="Arial"/>
                <a:cs typeface="Arial"/>
              </a:rPr>
              <a:t>as measured  by </a:t>
            </a:r>
            <a:r>
              <a:rPr sz="1800" b="1" spc="41" dirty="0">
                <a:solidFill>
                  <a:srgbClr val="695D46"/>
                </a:solidFill>
                <a:latin typeface="Arial"/>
                <a:cs typeface="Arial"/>
              </a:rPr>
              <a:t>P </a:t>
            </a:r>
            <a:r>
              <a:rPr sz="1700" spc="41" dirty="0">
                <a:solidFill>
                  <a:srgbClr val="695D46"/>
                </a:solidFill>
                <a:latin typeface="Arial"/>
                <a:cs typeface="Arial"/>
              </a:rPr>
              <a:t>improves  with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45228" y="1935662"/>
            <a:ext cx="1462511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700" spc="6" dirty="0">
                <a:solidFill>
                  <a:srgbClr val="695D46"/>
                </a:solidFill>
                <a:latin typeface="Arial"/>
                <a:cs typeface="Arial"/>
              </a:rPr>
              <a:t>experience  </a:t>
            </a:r>
            <a:r>
              <a:rPr sz="1800" b="1" spc="6" dirty="0">
                <a:solidFill>
                  <a:srgbClr val="695D46"/>
                </a:solidFill>
                <a:latin typeface="Arial"/>
                <a:cs typeface="Arial"/>
              </a:rPr>
              <a:t>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9571" y="2453822"/>
            <a:ext cx="161302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800" b="1" spc="169" dirty="0">
                <a:solidFill>
                  <a:srgbClr val="A1E8D8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9235" y="2453822"/>
            <a:ext cx="2362080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800" b="1" spc="-8" dirty="0">
                <a:solidFill>
                  <a:srgbClr val="695D46"/>
                </a:solidFill>
                <a:latin typeface="Arial"/>
                <a:cs typeface="Arial"/>
              </a:rPr>
              <a:t>Supervised  Learning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6771" y="2793617"/>
            <a:ext cx="155892" cy="215900"/>
          </a:xfrm>
          <a:prstGeom prst="rect">
            <a:avLst/>
          </a:prstGeom>
        </p:spPr>
        <p:txBody>
          <a:bodyPr wrap="square" lIns="0" tIns="10350" rIns="0" bIns="0" rtlCol="0">
            <a:noAutofit/>
          </a:bodyPr>
          <a:lstStyle/>
          <a:p>
            <a:pPr marL="12700">
              <a:lnSpc>
                <a:spcPts val="1630"/>
              </a:lnSpc>
            </a:pPr>
            <a:r>
              <a:rPr sz="1500" spc="51" dirty="0">
                <a:solidFill>
                  <a:srgbClr val="A1E8D8"/>
                </a:solidFill>
                <a:latin typeface="Times New Roman"/>
                <a:cs typeface="Times New Roman"/>
              </a:rPr>
              <a:t>o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3387" y="2802834"/>
            <a:ext cx="1215809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sz="1400" b="1" spc="4" dirty="0">
                <a:solidFill>
                  <a:srgbClr val="695D46"/>
                </a:solidFill>
                <a:latin typeface="Arial"/>
                <a:cs typeface="Arial"/>
              </a:rPr>
              <a:t>Classification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50923" y="3068371"/>
            <a:ext cx="168732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309" dirty="0">
                <a:solidFill>
                  <a:srgbClr val="A1E8D8"/>
                </a:solidFill>
                <a:latin typeface="Arial"/>
                <a:cs typeface="Arial"/>
              </a:rPr>
              <a:t>■</a:t>
            </a:r>
            <a:endParaRPr sz="1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16683" y="3119826"/>
            <a:ext cx="2599974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sz="1400" b="1" spc="30" dirty="0">
                <a:solidFill>
                  <a:srgbClr val="695D46"/>
                </a:solidFill>
                <a:latin typeface="Arial"/>
                <a:cs typeface="Arial"/>
              </a:rPr>
              <a:t>Binary, Multiclass, Multilabel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6771" y="3431725"/>
            <a:ext cx="154304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sz="1400" spc="104" dirty="0">
                <a:solidFill>
                  <a:srgbClr val="A1E8D8"/>
                </a:solidFill>
                <a:latin typeface="Times New Roman"/>
                <a:cs typeface="Times New Roman"/>
              </a:rPr>
              <a:t>o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9483" y="3430722"/>
            <a:ext cx="990257" cy="203199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sz="1400" b="1" spc="-23" dirty="0">
                <a:solidFill>
                  <a:srgbClr val="695D46"/>
                </a:solidFill>
                <a:latin typeface="Arial"/>
                <a:cs typeface="Arial"/>
              </a:rPr>
              <a:t>Regression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9571" y="3709598"/>
            <a:ext cx="161302" cy="567944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800" b="1" spc="169" dirty="0">
                <a:solidFill>
                  <a:srgbClr val="A1E8D8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12700" marR="0">
              <a:lnSpc>
                <a:spcPct val="95825"/>
              </a:lnSpc>
              <a:spcBef>
                <a:spcPts val="303"/>
              </a:spcBef>
            </a:pPr>
            <a:r>
              <a:rPr sz="1800" b="1" spc="169" dirty="0">
                <a:solidFill>
                  <a:srgbClr val="A1E8D8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05331" y="3709598"/>
            <a:ext cx="2804040" cy="567944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 marR="34289">
              <a:lnSpc>
                <a:spcPts val="1939"/>
              </a:lnSpc>
            </a:pPr>
            <a:r>
              <a:rPr sz="1800" b="1" spc="25" dirty="0">
                <a:solidFill>
                  <a:srgbClr val="695D46"/>
                </a:solidFill>
                <a:latin typeface="Arial"/>
                <a:cs typeface="Arial"/>
              </a:rPr>
              <a:t>Unsupervised Learning</a:t>
            </a:r>
            <a:endParaRPr sz="1800">
              <a:latin typeface="Arial"/>
              <a:cs typeface="Arial"/>
            </a:endParaRPr>
          </a:p>
          <a:p>
            <a:pPr marL="15747">
              <a:lnSpc>
                <a:spcPct val="95825"/>
              </a:lnSpc>
              <a:spcBef>
                <a:spcPts val="303"/>
              </a:spcBef>
            </a:pPr>
            <a:r>
              <a:rPr sz="1800" b="1" spc="40" dirty="0">
                <a:solidFill>
                  <a:srgbClr val="695D46"/>
                </a:solidFill>
                <a:latin typeface="Arial"/>
                <a:cs typeface="Arial"/>
              </a:rPr>
              <a:t>Reinforcement Learning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821940" y="435982"/>
            <a:ext cx="1740473" cy="749274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335787">
              <a:lnSpc>
                <a:spcPts val="3575"/>
              </a:lnSpc>
            </a:pPr>
            <a:r>
              <a:rPr sz="3400" b="1" spc="-449" dirty="0">
                <a:solidFill>
                  <a:srgbClr val="EF6B00"/>
                </a:solidFill>
                <a:latin typeface="Arial"/>
                <a:cs typeface="Arial"/>
              </a:rPr>
              <a:t>Machine</a:t>
            </a:r>
            <a:endParaRPr sz="3400">
              <a:latin typeface="Arial"/>
              <a:cs typeface="Arial"/>
            </a:endParaRPr>
          </a:p>
          <a:p>
            <a:pPr marL="12700" marR="64770">
              <a:lnSpc>
                <a:spcPct val="95825"/>
              </a:lnSpc>
              <a:spcBef>
                <a:spcPts val="1255"/>
              </a:spcBef>
            </a:pPr>
            <a:r>
              <a:rPr sz="700" spc="2" dirty="0">
                <a:solidFill>
                  <a:srgbClr val="49A19E"/>
                </a:solidFill>
                <a:latin typeface="Times New Roman"/>
                <a:cs typeface="Times New Roman"/>
              </a:rPr>
              <a:t>Compression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95876" y="435982"/>
            <a:ext cx="1466730" cy="457200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12700">
              <a:lnSpc>
                <a:spcPts val="3575"/>
              </a:lnSpc>
            </a:pPr>
            <a:r>
              <a:rPr sz="3400" b="1" spc="-438" dirty="0">
                <a:solidFill>
                  <a:srgbClr val="EF6B00"/>
                </a:solidFill>
                <a:latin typeface="Arial"/>
                <a:cs typeface="Arial"/>
              </a:rPr>
              <a:t>Learning</a:t>
            </a:r>
            <a:endParaRPr sz="3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5324" y="1044170"/>
            <a:ext cx="763366" cy="101600"/>
          </a:xfrm>
          <a:prstGeom prst="rect">
            <a:avLst/>
          </a:prstGeom>
        </p:spPr>
        <p:txBody>
          <a:bodyPr wrap="square" lIns="0" tIns="254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600" b="1" spc="3" dirty="0">
                <a:solidFill>
                  <a:srgbClr val="B35664"/>
                </a:solidFill>
                <a:latin typeface="Arial"/>
                <a:cs typeface="Arial"/>
              </a:rPr>
              <a:t>Customer Retent</a:t>
            </a:r>
            <a:r>
              <a:rPr sz="600" b="1" spc="3" dirty="0">
                <a:solidFill>
                  <a:srgbClr val="A56D70"/>
                </a:solidFill>
                <a:latin typeface="Arial"/>
                <a:cs typeface="Arial"/>
              </a:rPr>
              <a:t>i</a:t>
            </a:r>
            <a:r>
              <a:rPr sz="600" b="1" spc="3" dirty="0">
                <a:solidFill>
                  <a:srgbClr val="B35664"/>
                </a:solidFill>
                <a:latin typeface="Arial"/>
                <a:cs typeface="Arial"/>
              </a:rPr>
              <a:t>on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92188" y="2341972"/>
            <a:ext cx="449325" cy="220980"/>
          </a:xfrm>
          <a:prstGeom prst="rect">
            <a:avLst/>
          </a:prstGeom>
        </p:spPr>
        <p:txBody>
          <a:bodyPr wrap="square" lIns="0" tIns="1270" rIns="0" bIns="0" rtlCol="0">
            <a:noAutofit/>
          </a:bodyPr>
          <a:lstStyle/>
          <a:p>
            <a:pPr marL="12700" marR="13334">
              <a:lnSpc>
                <a:spcPct val="95825"/>
              </a:lnSpc>
            </a:pPr>
            <a:r>
              <a:rPr sz="700" spc="16" dirty="0">
                <a:solidFill>
                  <a:srgbClr val="B35664"/>
                </a:solidFill>
                <a:latin typeface="Times New Roman"/>
                <a:cs typeface="Times New Roman"/>
              </a:rPr>
              <a:t>Wea</a:t>
            </a:r>
            <a:r>
              <a:rPr sz="700" spc="16" dirty="0">
                <a:solidFill>
                  <a:srgbClr val="B84259"/>
                </a:solidFill>
                <a:latin typeface="Times New Roman"/>
                <a:cs typeface="Times New Roman"/>
              </a:rPr>
              <a:t>t</a:t>
            </a:r>
            <a:r>
              <a:rPr sz="700" spc="16" dirty="0">
                <a:solidFill>
                  <a:srgbClr val="B35664"/>
                </a:solidFill>
                <a:latin typeface="Times New Roman"/>
                <a:cs typeface="Times New Roman"/>
              </a:rPr>
              <a:t>her</a:t>
            </a:r>
            <a:endParaRPr sz="700">
              <a:latin typeface="Times New Roman"/>
              <a:cs typeface="Times New Roman"/>
            </a:endParaRPr>
          </a:p>
          <a:p>
            <a:pPr marL="21844">
              <a:lnSpc>
                <a:spcPct val="95825"/>
              </a:lnSpc>
              <a:spcBef>
                <a:spcPts val="35"/>
              </a:spcBef>
            </a:pPr>
            <a:r>
              <a:rPr sz="700" spc="-9" dirty="0">
                <a:solidFill>
                  <a:srgbClr val="B35664"/>
                </a:solidFill>
                <a:latin typeface="Times New Roman"/>
                <a:cs typeface="Times New Roman"/>
              </a:rPr>
              <a:t>Forecast</a:t>
            </a:r>
            <a:r>
              <a:rPr sz="700" spc="-9" dirty="0">
                <a:solidFill>
                  <a:srgbClr val="934B52"/>
                </a:solidFill>
                <a:latin typeface="Times New Roman"/>
                <a:cs typeface="Times New Roman"/>
              </a:rPr>
              <a:t>i</a:t>
            </a:r>
            <a:r>
              <a:rPr sz="700" spc="-9" dirty="0">
                <a:solidFill>
                  <a:srgbClr val="B84259"/>
                </a:solidFill>
                <a:latin typeface="Times New Roman"/>
                <a:cs typeface="Times New Roman"/>
              </a:rPr>
              <a:t>n</a:t>
            </a:r>
            <a:r>
              <a:rPr sz="700" spc="-9" dirty="0">
                <a:solidFill>
                  <a:srgbClr val="B35664"/>
                </a:solidFill>
                <a:latin typeface="Times New Roman"/>
                <a:cs typeface="Times New Roman"/>
              </a:rPr>
              <a:t>g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60980" y="2614644"/>
            <a:ext cx="514140" cy="127000"/>
          </a:xfrm>
          <a:prstGeom prst="rect">
            <a:avLst/>
          </a:prstGeom>
        </p:spPr>
        <p:txBody>
          <a:bodyPr wrap="square" lIns="0" tIns="5842" rIns="0" bIns="0" rtlCol="0">
            <a:noAutofit/>
          </a:bodyPr>
          <a:lstStyle/>
          <a:p>
            <a:pPr marL="12700">
              <a:lnSpc>
                <a:spcPts val="919"/>
              </a:lnSpc>
            </a:pPr>
            <a:r>
              <a:rPr sz="800" spc="11" dirty="0">
                <a:solidFill>
                  <a:srgbClr val="D8F9FB"/>
                </a:solidFill>
                <a:latin typeface="Arial"/>
                <a:cs typeface="Arial"/>
              </a:rPr>
              <a:t>Clustering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48404" y="2636309"/>
            <a:ext cx="1173981" cy="688339"/>
          </a:xfrm>
          <a:prstGeom prst="rect">
            <a:avLst/>
          </a:prstGeom>
        </p:spPr>
        <p:txBody>
          <a:bodyPr wrap="square" lIns="0" tIns="14255" rIns="0" bIns="0" rtlCol="0">
            <a:noAutofit/>
          </a:bodyPr>
          <a:lstStyle/>
          <a:p>
            <a:pPr marL="27940" marR="23237">
              <a:lnSpc>
                <a:spcPts val="2245"/>
              </a:lnSpc>
            </a:pPr>
            <a:r>
              <a:rPr sz="2100" b="1" spc="4" dirty="0">
                <a:solidFill>
                  <a:srgbClr val="FBFBF9"/>
                </a:solidFill>
                <a:latin typeface="Arial"/>
                <a:cs typeface="Arial"/>
              </a:rPr>
              <a:t>Machine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592"/>
              </a:spcBef>
            </a:pPr>
            <a:r>
              <a:rPr sz="2100" b="1" spc="-16" dirty="0">
                <a:solidFill>
                  <a:srgbClr val="FBFBF9"/>
                </a:solidFill>
                <a:latin typeface="Arial"/>
                <a:cs typeface="Arial"/>
              </a:rPr>
              <a:t>Learning</a:t>
            </a:r>
            <a:endParaRPr sz="2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84324" y="2732116"/>
            <a:ext cx="391413" cy="217931"/>
          </a:xfrm>
          <a:prstGeom prst="rect">
            <a:avLst/>
          </a:prstGeom>
        </p:spPr>
        <p:txBody>
          <a:bodyPr wrap="square" lIns="0" tIns="1270" rIns="0" bIns="0" rtlCol="0">
            <a:noAutofit/>
          </a:bodyPr>
          <a:lstStyle/>
          <a:p>
            <a:pPr marL="24891" marR="13335">
              <a:lnSpc>
                <a:spcPct val="95825"/>
              </a:lnSpc>
            </a:pPr>
            <a:r>
              <a:rPr sz="700" spc="-2" dirty="0">
                <a:solidFill>
                  <a:srgbClr val="49A19E"/>
                </a:solidFill>
                <a:latin typeface="Times New Roman"/>
                <a:cs typeface="Times New Roman"/>
              </a:rPr>
              <a:t>Targetted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10"/>
              </a:spcBef>
            </a:pPr>
            <a:r>
              <a:rPr sz="700" spc="-14" dirty="0">
                <a:solidFill>
                  <a:srgbClr val="49A19E"/>
                </a:solidFill>
                <a:latin typeface="Times New Roman"/>
                <a:cs typeface="Times New Roman"/>
              </a:rPr>
              <a:t>Market</a:t>
            </a:r>
            <a:r>
              <a:rPr sz="700" spc="-14" dirty="0">
                <a:solidFill>
                  <a:srgbClr val="6BACA5"/>
                </a:solidFill>
                <a:latin typeface="Times New Roman"/>
                <a:cs typeface="Times New Roman"/>
              </a:rPr>
              <a:t>i</a:t>
            </a:r>
            <a:r>
              <a:rPr sz="700" spc="-14" dirty="0">
                <a:solidFill>
                  <a:srgbClr val="49A19E"/>
                </a:solidFill>
                <a:latin typeface="Times New Roman"/>
                <a:cs typeface="Times New Roman"/>
              </a:rPr>
              <a:t>ng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01332" y="2799172"/>
            <a:ext cx="440181" cy="224027"/>
          </a:xfrm>
          <a:prstGeom prst="rect">
            <a:avLst/>
          </a:prstGeom>
        </p:spPr>
        <p:txBody>
          <a:bodyPr wrap="square" lIns="0" tIns="1270" rIns="0" bIns="0" rtlCol="0">
            <a:noAutofit/>
          </a:bodyPr>
          <a:lstStyle/>
          <a:p>
            <a:pPr marL="12700" marR="13334">
              <a:lnSpc>
                <a:spcPct val="95825"/>
              </a:lnSpc>
            </a:pPr>
            <a:r>
              <a:rPr sz="700" spc="-11" dirty="0">
                <a:solidFill>
                  <a:srgbClr val="B35664"/>
                </a:solidFill>
                <a:latin typeface="Times New Roman"/>
                <a:cs typeface="Times New Roman"/>
              </a:rPr>
              <a:t>Market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60"/>
              </a:spcBef>
            </a:pPr>
            <a:r>
              <a:rPr sz="700" spc="-9" dirty="0">
                <a:solidFill>
                  <a:srgbClr val="934B52"/>
                </a:solidFill>
                <a:latin typeface="Times New Roman"/>
                <a:cs typeface="Times New Roman"/>
              </a:rPr>
              <a:t>F</a:t>
            </a:r>
            <a:r>
              <a:rPr sz="700" spc="-9" dirty="0">
                <a:solidFill>
                  <a:srgbClr val="B35664"/>
                </a:solidFill>
                <a:latin typeface="Times New Roman"/>
                <a:cs typeface="Times New Roman"/>
              </a:rPr>
              <a:t>orecasting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12668" y="3131404"/>
            <a:ext cx="519429" cy="114300"/>
          </a:xfrm>
          <a:prstGeom prst="rect">
            <a:avLst/>
          </a:prstGeom>
        </p:spPr>
        <p:txBody>
          <a:bodyPr wrap="square" lIns="0" tIns="127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700" spc="-4" dirty="0">
                <a:solidFill>
                  <a:srgbClr val="49A19E"/>
                </a:solidFill>
                <a:latin typeface="Times New Roman"/>
                <a:cs typeface="Times New Roman"/>
              </a:rPr>
              <a:t>Segmentation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440684" y="3811108"/>
            <a:ext cx="723232" cy="114300"/>
          </a:xfrm>
          <a:prstGeom prst="rect">
            <a:avLst/>
          </a:prstGeom>
        </p:spPr>
        <p:txBody>
          <a:bodyPr wrap="square" lIns="0" tIns="127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700" spc="-7" dirty="0">
                <a:solidFill>
                  <a:srgbClr val="CA9556"/>
                </a:solidFill>
                <a:latin typeface="Times New Roman"/>
                <a:cs typeface="Times New Roman"/>
              </a:rPr>
              <a:t>Rea</a:t>
            </a:r>
            <a:r>
              <a:rPr sz="700" spc="-7" dirty="0">
                <a:solidFill>
                  <a:srgbClr val="CF873B"/>
                </a:solidFill>
                <a:latin typeface="Times New Roman"/>
                <a:cs typeface="Times New Roman"/>
              </a:rPr>
              <a:t>l</a:t>
            </a:r>
            <a:r>
              <a:rPr sz="700" spc="-7" dirty="0">
                <a:solidFill>
                  <a:srgbClr val="CA9556"/>
                </a:solidFill>
                <a:latin typeface="Times New Roman"/>
                <a:cs typeface="Times New Roman"/>
              </a:rPr>
              <a:t>-time decis</a:t>
            </a:r>
            <a:r>
              <a:rPr sz="700" spc="-7" dirty="0">
                <a:solidFill>
                  <a:srgbClr val="BFA777"/>
                </a:solidFill>
                <a:latin typeface="Times New Roman"/>
                <a:cs typeface="Times New Roman"/>
              </a:rPr>
              <a:t>i</a:t>
            </a:r>
            <a:r>
              <a:rPr sz="700" spc="-7" dirty="0">
                <a:solidFill>
                  <a:srgbClr val="CA9556"/>
                </a:solidFill>
                <a:latin typeface="Times New Roman"/>
                <a:cs typeface="Times New Roman"/>
              </a:rPr>
              <a:t>ons</a:t>
            </a:r>
            <a:endParaRPr sz="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bject 36"/>
          <p:cNvSpPr/>
          <p:nvPr/>
        </p:nvSpPr>
        <p:spPr>
          <a:xfrm>
            <a:off x="0" y="0"/>
            <a:ext cx="9220200" cy="527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663444" y="496942"/>
            <a:ext cx="1045161" cy="457200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12700">
              <a:lnSpc>
                <a:spcPts val="3575"/>
              </a:lnSpc>
            </a:pPr>
            <a:r>
              <a:rPr sz="3400" b="1" spc="-413" dirty="0">
                <a:solidFill>
                  <a:srgbClr val="EF6B00"/>
                </a:solidFill>
                <a:latin typeface="Arial"/>
                <a:cs typeface="Arial"/>
              </a:rPr>
              <a:t>Social</a:t>
            </a:r>
            <a:endParaRPr sz="3400" dirty="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730244" y="496942"/>
            <a:ext cx="1435213" cy="457200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12700">
              <a:lnSpc>
                <a:spcPts val="3575"/>
              </a:lnSpc>
            </a:pPr>
            <a:r>
              <a:rPr sz="3400" b="1" spc="-402" dirty="0">
                <a:solidFill>
                  <a:srgbClr val="EF6B00"/>
                </a:solidFill>
                <a:latin typeface="Arial"/>
                <a:cs typeface="Arial"/>
              </a:rPr>
              <a:t>Network</a:t>
            </a:r>
            <a:endParaRPr sz="3400" dirty="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144516" y="496942"/>
            <a:ext cx="1415548" cy="457200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12700">
              <a:lnSpc>
                <a:spcPts val="3575"/>
              </a:lnSpc>
            </a:pPr>
            <a:r>
              <a:rPr sz="3400" b="1" spc="-441" dirty="0">
                <a:solidFill>
                  <a:srgbClr val="EF6B00"/>
                </a:solidFill>
                <a:latin typeface="Arial"/>
                <a:cs typeface="Arial"/>
              </a:rPr>
              <a:t>Analysis</a:t>
            </a:r>
            <a:endParaRPr sz="3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311644" y="1907903"/>
            <a:ext cx="82048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spc="-103" dirty="0">
                <a:solidFill>
                  <a:srgbClr val="563F3B"/>
                </a:solidFill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37436" y="2141886"/>
            <a:ext cx="104997" cy="317500"/>
          </a:xfrm>
          <a:prstGeom prst="rect">
            <a:avLst/>
          </a:prstGeom>
        </p:spPr>
        <p:txBody>
          <a:bodyPr wrap="square" lIns="0" tIns="15557" rIns="0" bIns="0" rtlCol="0">
            <a:noAutofit/>
          </a:bodyPr>
          <a:lstStyle/>
          <a:p>
            <a:pPr marL="12700">
              <a:lnSpc>
                <a:spcPts val="2450"/>
              </a:lnSpc>
            </a:pPr>
            <a:r>
              <a:rPr sz="2300" spc="-293" dirty="0">
                <a:solidFill>
                  <a:srgbClr val="312F36"/>
                </a:solidFill>
                <a:latin typeface="Times New Roman"/>
                <a:cs typeface="Times New Roman"/>
              </a:rPr>
              <a:t>.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78684" y="2471070"/>
            <a:ext cx="102076" cy="317500"/>
          </a:xfrm>
          <a:prstGeom prst="rect">
            <a:avLst/>
          </a:prstGeom>
        </p:spPr>
        <p:txBody>
          <a:bodyPr wrap="square" lIns="0" tIns="15557" rIns="0" bIns="0" rtlCol="0">
            <a:noAutofit/>
          </a:bodyPr>
          <a:lstStyle/>
          <a:p>
            <a:pPr marL="12700">
              <a:lnSpc>
                <a:spcPts val="2450"/>
              </a:lnSpc>
            </a:pPr>
            <a:r>
              <a:rPr sz="2300" spc="-316" dirty="0">
                <a:solidFill>
                  <a:srgbClr val="312F36"/>
                </a:solidFill>
                <a:latin typeface="Times New Roman"/>
                <a:cs typeface="Times New Roman"/>
              </a:rPr>
              <a:t>.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593340" y="2492399"/>
            <a:ext cx="85217" cy="101600"/>
          </a:xfrm>
          <a:prstGeom prst="rect">
            <a:avLst/>
          </a:prstGeom>
        </p:spPr>
        <p:txBody>
          <a:bodyPr wrap="square" lIns="0" tIns="254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600" spc="170" dirty="0">
                <a:solidFill>
                  <a:srgbClr val="413F54"/>
                </a:solidFill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953260" y="2501114"/>
            <a:ext cx="78782" cy="101600"/>
          </a:xfrm>
          <a:prstGeom prst="rect">
            <a:avLst/>
          </a:prstGeom>
        </p:spPr>
        <p:txBody>
          <a:bodyPr wrap="square" lIns="0" tIns="254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600" spc="85" dirty="0">
                <a:solidFill>
                  <a:srgbClr val="413F54"/>
                </a:solidFill>
                <a:latin typeface="Arial"/>
                <a:cs typeface="Arial"/>
              </a:rPr>
              <a:t>$</a:t>
            </a:r>
            <a:endParaRPr sz="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39772" y="2602127"/>
            <a:ext cx="85217" cy="101600"/>
          </a:xfrm>
          <a:prstGeom prst="rect">
            <a:avLst/>
          </a:prstGeom>
        </p:spPr>
        <p:txBody>
          <a:bodyPr wrap="square" lIns="0" tIns="254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600" spc="170" dirty="0">
                <a:solidFill>
                  <a:srgbClr val="413F54"/>
                </a:solidFill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89124" y="2618085"/>
            <a:ext cx="80830" cy="88900"/>
          </a:xfrm>
          <a:prstGeom prst="rect">
            <a:avLst/>
          </a:prstGeom>
        </p:spPr>
        <p:txBody>
          <a:bodyPr wrap="square" lIns="0" tIns="4445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500" spc="157" dirty="0">
                <a:solidFill>
                  <a:srgbClr val="413F54"/>
                </a:solidFill>
                <a:latin typeface="Arial"/>
                <a:cs typeface="Arial"/>
              </a:rPr>
              <a:t>4</a:t>
            </a:r>
            <a:endParaRPr sz="5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03068" y="2625625"/>
            <a:ext cx="102927" cy="342900"/>
          </a:xfrm>
          <a:prstGeom prst="rect">
            <a:avLst/>
          </a:prstGeom>
        </p:spPr>
        <p:txBody>
          <a:bodyPr wrap="square" lIns="0" tIns="16859" rIns="0" bIns="0" rtlCol="0">
            <a:noAutofit/>
          </a:bodyPr>
          <a:lstStyle/>
          <a:p>
            <a:pPr marL="12700">
              <a:lnSpc>
                <a:spcPts val="2655"/>
              </a:lnSpc>
            </a:pPr>
            <a:r>
              <a:rPr sz="2500" spc="-457" dirty="0">
                <a:solidFill>
                  <a:srgbClr val="312F36"/>
                </a:solidFill>
                <a:latin typeface="Arial"/>
                <a:cs typeface="Arial"/>
              </a:rPr>
              <a:t>.</a:t>
            </a:r>
            <a:endParaRPr sz="2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06116" y="2699670"/>
            <a:ext cx="104997" cy="317500"/>
          </a:xfrm>
          <a:prstGeom prst="rect">
            <a:avLst/>
          </a:prstGeom>
        </p:spPr>
        <p:txBody>
          <a:bodyPr wrap="square" lIns="0" tIns="15557" rIns="0" bIns="0" rtlCol="0">
            <a:noAutofit/>
          </a:bodyPr>
          <a:lstStyle/>
          <a:p>
            <a:pPr marL="12700">
              <a:lnSpc>
                <a:spcPts val="2450"/>
              </a:lnSpc>
            </a:pPr>
            <a:r>
              <a:rPr sz="2300" spc="-293" dirty="0">
                <a:solidFill>
                  <a:srgbClr val="312F36"/>
                </a:solidFill>
                <a:latin typeface="Times New Roman"/>
                <a:cs typeface="Times New Roman"/>
              </a:rPr>
              <a:t>.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76220" y="2744954"/>
            <a:ext cx="87256" cy="101600"/>
          </a:xfrm>
          <a:prstGeom prst="rect">
            <a:avLst/>
          </a:prstGeom>
        </p:spPr>
        <p:txBody>
          <a:bodyPr wrap="square" lIns="0" tIns="254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600" spc="152" dirty="0">
                <a:solidFill>
                  <a:srgbClr val="413F54"/>
                </a:solidFill>
                <a:latin typeface="Arial"/>
                <a:cs typeface="Arial"/>
              </a:rPr>
              <a:t>4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03068" y="2989155"/>
            <a:ext cx="79114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spc="-127" dirty="0">
                <a:solidFill>
                  <a:srgbClr val="312F36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34844" y="3211691"/>
            <a:ext cx="84051" cy="63500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300" spc="104" dirty="0">
                <a:solidFill>
                  <a:srgbClr val="312F36"/>
                </a:solidFill>
                <a:latin typeface="Arial"/>
                <a:cs typeface="Arial"/>
              </a:rPr>
              <a:t>♦</a:t>
            </a:r>
            <a:r>
              <a:rPr sz="300" spc="104" dirty="0">
                <a:solidFill>
                  <a:srgbClr val="413F54"/>
                </a:solidFill>
                <a:latin typeface="Arial"/>
                <a:cs typeface="Arial"/>
              </a:rPr>
              <a:t>(</a:t>
            </a:r>
            <a:endParaRPr sz="3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49372" y="3443382"/>
            <a:ext cx="188975" cy="317499"/>
          </a:xfrm>
          <a:prstGeom prst="rect">
            <a:avLst/>
          </a:prstGeom>
        </p:spPr>
        <p:txBody>
          <a:bodyPr wrap="square" lIns="0" tIns="15557" rIns="0" bIns="0" rtlCol="0">
            <a:noAutofit/>
          </a:bodyPr>
          <a:lstStyle/>
          <a:p>
            <a:pPr marL="12700">
              <a:lnSpc>
                <a:spcPts val="2450"/>
              </a:lnSpc>
            </a:pPr>
            <a:r>
              <a:rPr sz="2300" spc="367" dirty="0">
                <a:solidFill>
                  <a:srgbClr val="413F54"/>
                </a:solidFill>
                <a:latin typeface="Times New Roman"/>
                <a:cs typeface="Times New Roman"/>
              </a:rPr>
              <a:t>,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65196" y="3536795"/>
            <a:ext cx="206756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sz="2400" spc="-332" dirty="0">
                <a:solidFill>
                  <a:srgbClr val="312F36"/>
                </a:solidFill>
                <a:latin typeface="Times New Roman"/>
                <a:cs typeface="Times New Roman"/>
              </a:rPr>
              <a:t>.</a:t>
            </a:r>
            <a:r>
              <a:rPr sz="2400" spc="-332" dirty="0">
                <a:solidFill>
                  <a:srgbClr val="413F54"/>
                </a:solidFill>
                <a:latin typeface="Times New Roman"/>
                <a:cs typeface="Times New Roman"/>
              </a:rPr>
              <a:t>...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69412" y="3559919"/>
            <a:ext cx="147770" cy="267943"/>
          </a:xfrm>
          <a:prstGeom prst="rect">
            <a:avLst/>
          </a:prstGeom>
        </p:spPr>
        <p:txBody>
          <a:bodyPr wrap="square" lIns="0" tIns="6762" rIns="0" bIns="0" rtlCol="0">
            <a:noAutofit/>
          </a:bodyPr>
          <a:lstStyle/>
          <a:p>
            <a:pPr marL="65722" algn="ctr">
              <a:lnSpc>
                <a:spcPts val="1065"/>
              </a:lnSpc>
            </a:pPr>
            <a:r>
              <a:rPr sz="1650" spc="-103" baseline="-7905" dirty="0">
                <a:solidFill>
                  <a:srgbClr val="312F36"/>
                </a:solidFill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  <a:p>
            <a:pPr marR="13344" algn="ctr">
              <a:lnSpc>
                <a:spcPts val="969"/>
              </a:lnSpc>
            </a:pPr>
            <a:r>
              <a:rPr sz="1100" spc="133" dirty="0">
                <a:solidFill>
                  <a:srgbClr val="75727C"/>
                </a:solidFill>
                <a:latin typeface="Arial"/>
                <a:cs typeface="Arial"/>
              </a:rPr>
              <a:t>+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37380" y="3719853"/>
            <a:ext cx="323913" cy="292100"/>
          </a:xfrm>
          <a:prstGeom prst="rect">
            <a:avLst/>
          </a:prstGeom>
        </p:spPr>
        <p:txBody>
          <a:bodyPr wrap="square" lIns="0" tIns="14128" rIns="0" bIns="0" rtlCol="0">
            <a:noAutofit/>
          </a:bodyPr>
          <a:lstStyle/>
          <a:p>
            <a:pPr marL="12700">
              <a:lnSpc>
                <a:spcPts val="2225"/>
              </a:lnSpc>
            </a:pPr>
            <a:r>
              <a:rPr sz="1200" spc="-193" dirty="0">
                <a:solidFill>
                  <a:srgbClr val="AFB1BA"/>
                </a:solidFill>
                <a:latin typeface="Arial"/>
                <a:cs typeface="Arial"/>
              </a:rPr>
              <a:t>'</a:t>
            </a:r>
            <a:r>
              <a:rPr sz="700" spc="-248" dirty="0">
                <a:solidFill>
                  <a:srgbClr val="413F54"/>
                </a:solidFill>
                <a:latin typeface="Arial"/>
                <a:cs typeface="Arial"/>
              </a:rPr>
              <a:t>%</a:t>
            </a:r>
            <a:r>
              <a:rPr sz="700" spc="-77" dirty="0">
                <a:solidFill>
                  <a:srgbClr val="413F54"/>
                </a:solidFill>
                <a:latin typeface="Arial"/>
                <a:cs typeface="Arial"/>
              </a:rPr>
              <a:t>          </a:t>
            </a:r>
            <a:r>
              <a:rPr sz="700" spc="-15" dirty="0">
                <a:solidFill>
                  <a:srgbClr val="413F54"/>
                </a:solidFill>
                <a:latin typeface="Arial"/>
                <a:cs typeface="Arial"/>
              </a:rPr>
              <a:t> </a:t>
            </a:r>
            <a:r>
              <a:rPr sz="2100" spc="-209" dirty="0">
                <a:solidFill>
                  <a:srgbClr val="312F36"/>
                </a:solidFill>
                <a:latin typeface="Times New Roman"/>
                <a:cs typeface="Times New Roman"/>
              </a:rPr>
              <a:t>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99764" y="3758791"/>
            <a:ext cx="163009" cy="114300"/>
          </a:xfrm>
          <a:prstGeom prst="rect">
            <a:avLst/>
          </a:prstGeom>
        </p:spPr>
        <p:txBody>
          <a:bodyPr wrap="square" lIns="0" tIns="127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700" spc="294" dirty="0">
                <a:solidFill>
                  <a:srgbClr val="AFB1BA"/>
                </a:solidFill>
                <a:latin typeface="Arial"/>
                <a:cs typeface="Arial"/>
              </a:rPr>
              <a:t>I/</a:t>
            </a:r>
            <a:endParaRPr sz="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03268" y="3766395"/>
            <a:ext cx="79114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spc="-127" dirty="0">
                <a:solidFill>
                  <a:srgbClr val="563F3B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58132" y="3770919"/>
            <a:ext cx="310783" cy="317500"/>
          </a:xfrm>
          <a:prstGeom prst="rect">
            <a:avLst/>
          </a:prstGeom>
        </p:spPr>
        <p:txBody>
          <a:bodyPr wrap="square" lIns="0" tIns="15557" rIns="0" bIns="0" rtlCol="0">
            <a:noAutofit/>
          </a:bodyPr>
          <a:lstStyle/>
          <a:p>
            <a:pPr marL="12700">
              <a:lnSpc>
                <a:spcPts val="2450"/>
              </a:lnSpc>
            </a:pPr>
            <a:r>
              <a:rPr sz="1400" spc="-132" dirty="0">
                <a:solidFill>
                  <a:srgbClr val="AFB1BA"/>
                </a:solidFill>
                <a:latin typeface="Arial"/>
                <a:cs typeface="Arial"/>
              </a:rPr>
              <a:t>' </a:t>
            </a:r>
            <a:r>
              <a:rPr sz="2300" spc="-132" dirty="0">
                <a:solidFill>
                  <a:srgbClr val="312F36"/>
                </a:solidFill>
                <a:latin typeface="Arial"/>
                <a:cs typeface="Arial"/>
              </a:rPr>
              <a:t>.</a:t>
            </a:r>
            <a:r>
              <a:rPr sz="2300" spc="-132" dirty="0">
                <a:solidFill>
                  <a:srgbClr val="413F54"/>
                </a:solidFill>
                <a:latin typeface="Arial"/>
                <a:cs typeface="Arial"/>
              </a:rPr>
              <a:t>.</a:t>
            </a:r>
            <a:r>
              <a:rPr sz="2300" spc="-132" dirty="0">
                <a:solidFill>
                  <a:srgbClr val="312F36"/>
                </a:solidFill>
                <a:latin typeface="Arial"/>
                <a:cs typeface="Arial"/>
              </a:rPr>
              <a:t>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79596" y="3818211"/>
            <a:ext cx="76180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spc="-150" dirty="0">
                <a:solidFill>
                  <a:srgbClr val="312F36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99708" y="3837287"/>
            <a:ext cx="82048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spc="-103" dirty="0">
                <a:solidFill>
                  <a:srgbClr val="563F3B"/>
                </a:solidFill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62604" y="3916000"/>
            <a:ext cx="496535" cy="729365"/>
          </a:xfrm>
          <a:prstGeom prst="rect">
            <a:avLst/>
          </a:prstGeom>
        </p:spPr>
        <p:txBody>
          <a:bodyPr wrap="square" lIns="0" tIns="17780" rIns="0" bIns="0" rtlCol="0">
            <a:noAutofit/>
          </a:bodyPr>
          <a:lstStyle/>
          <a:p>
            <a:pPr algn="ctr">
              <a:lnSpc>
                <a:spcPts val="2800"/>
              </a:lnSpc>
            </a:pPr>
            <a:r>
              <a:rPr sz="3000" spc="252" baseline="15943" dirty="0">
                <a:solidFill>
                  <a:srgbClr val="413F54"/>
                </a:solidFill>
                <a:latin typeface="Times New Roman"/>
                <a:cs typeface="Times New Roman"/>
              </a:rPr>
              <a:t>+»</a:t>
            </a:r>
            <a:r>
              <a:rPr sz="2500" spc="252" dirty="0">
                <a:solidFill>
                  <a:srgbClr val="413F54"/>
                </a:solidFill>
                <a:latin typeface="Times New Roman"/>
                <a:cs typeface="Times New Roman"/>
              </a:rPr>
              <a:t>,</a:t>
            </a:r>
            <a:endParaRPr sz="2500">
              <a:latin typeface="Times New Roman"/>
              <a:cs typeface="Times New Roman"/>
            </a:endParaRPr>
          </a:p>
          <a:p>
            <a:pPr marL="206883" marR="194452" algn="ctr">
              <a:lnSpc>
                <a:spcPct val="95825"/>
              </a:lnSpc>
              <a:spcBef>
                <a:spcPts val="14"/>
              </a:spcBef>
            </a:pPr>
            <a:r>
              <a:rPr sz="1000" spc="65" dirty="0">
                <a:solidFill>
                  <a:srgbClr val="413F54"/>
                </a:solidFill>
                <a:latin typeface="Arial"/>
                <a:cs typeface="Arial"/>
              </a:rPr>
              <a:t>r</a:t>
            </a:r>
            <a:endParaRPr sz="1000">
              <a:latin typeface="Arial"/>
              <a:cs typeface="Arial"/>
            </a:endParaRPr>
          </a:p>
          <a:p>
            <a:pPr marL="216027" marR="185308" algn="ctr">
              <a:lnSpc>
                <a:spcPct val="95825"/>
              </a:lnSpc>
              <a:spcBef>
                <a:spcPts val="409"/>
              </a:spcBef>
            </a:pPr>
            <a:r>
              <a:rPr sz="1000" spc="65" dirty="0">
                <a:solidFill>
                  <a:srgbClr val="413F54"/>
                </a:solidFill>
                <a:latin typeface="Arial"/>
                <a:cs typeface="Arial"/>
              </a:rPr>
              <a:t>r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90164" y="3970611"/>
            <a:ext cx="209599" cy="219049"/>
          </a:xfrm>
          <a:prstGeom prst="rect">
            <a:avLst/>
          </a:prstGeom>
        </p:spPr>
        <p:txBody>
          <a:bodyPr wrap="square" lIns="0" tIns="10509" rIns="0" bIns="0" rtlCol="0">
            <a:noAutofit/>
          </a:bodyPr>
          <a:lstStyle/>
          <a:p>
            <a:pPr marL="12700">
              <a:lnSpc>
                <a:spcPts val="1655"/>
              </a:lnSpc>
            </a:pPr>
            <a:r>
              <a:rPr sz="1400" spc="-152" dirty="0">
                <a:solidFill>
                  <a:srgbClr val="413F54"/>
                </a:solidFill>
                <a:latin typeface="Times New Roman"/>
                <a:cs typeface="Times New Roman"/>
              </a:rPr>
              <a:t>.,. </a:t>
            </a:r>
            <a:r>
              <a:rPr sz="1650" spc="-211" baseline="18446" dirty="0">
                <a:solidFill>
                  <a:srgbClr val="413F54"/>
                </a:solidFill>
                <a:latin typeface="Arial"/>
                <a:cs typeface="Arial"/>
              </a:rPr>
              <a:t>&gt;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77716" y="4033801"/>
            <a:ext cx="148647" cy="342900"/>
          </a:xfrm>
          <a:prstGeom prst="rect">
            <a:avLst/>
          </a:prstGeom>
        </p:spPr>
        <p:txBody>
          <a:bodyPr wrap="square" lIns="0" tIns="16795" rIns="0" bIns="0" rtlCol="0">
            <a:noAutofit/>
          </a:bodyPr>
          <a:lstStyle/>
          <a:p>
            <a:pPr marL="12700">
              <a:lnSpc>
                <a:spcPts val="2645"/>
              </a:lnSpc>
            </a:pPr>
            <a:r>
              <a:rPr sz="1650" spc="-5" baseline="18446" dirty="0">
                <a:solidFill>
                  <a:srgbClr val="413F54"/>
                </a:solidFill>
                <a:latin typeface="Times New Roman"/>
                <a:cs typeface="Times New Roman"/>
              </a:rPr>
              <a:t>r</a:t>
            </a:r>
            <a:r>
              <a:rPr sz="2500" spc="-457" dirty="0">
                <a:solidFill>
                  <a:srgbClr val="312F36"/>
                </a:solidFill>
                <a:latin typeface="Arial"/>
                <a:cs typeface="Arial"/>
              </a:rPr>
              <a:t>.</a:t>
            </a:r>
            <a:endParaRPr sz="2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56964" y="4054948"/>
            <a:ext cx="118325" cy="114300"/>
          </a:xfrm>
          <a:prstGeom prst="rect">
            <a:avLst/>
          </a:prstGeom>
        </p:spPr>
        <p:txBody>
          <a:bodyPr wrap="square" lIns="0" tIns="127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700" spc="120" dirty="0">
                <a:solidFill>
                  <a:srgbClr val="413F54"/>
                </a:solidFill>
                <a:latin typeface="Times New Roman"/>
                <a:cs typeface="Times New Roman"/>
              </a:rPr>
              <a:t>A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34076" y="4132943"/>
            <a:ext cx="82048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spc="-103" dirty="0">
                <a:solidFill>
                  <a:srgbClr val="563F3B"/>
                </a:solidFill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85820" y="4186909"/>
            <a:ext cx="94152" cy="139700"/>
          </a:xfrm>
          <a:prstGeom prst="rect">
            <a:avLst/>
          </a:prstGeom>
        </p:spPr>
        <p:txBody>
          <a:bodyPr wrap="square" lIns="0" tIns="6477" rIns="0" bIns="0" rtlCol="0">
            <a:noAutofit/>
          </a:bodyPr>
          <a:lstStyle/>
          <a:p>
            <a:pPr marL="12700">
              <a:lnSpc>
                <a:spcPts val="1019"/>
              </a:lnSpc>
            </a:pPr>
            <a:r>
              <a:rPr sz="900" i="1" spc="156" dirty="0">
                <a:solidFill>
                  <a:srgbClr val="413F54"/>
                </a:solidFill>
                <a:latin typeface="Times New Roman"/>
                <a:cs typeface="Times New Roman"/>
              </a:rPr>
              <a:t>t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46980" y="4294846"/>
            <a:ext cx="95538" cy="152400"/>
          </a:xfrm>
          <a:prstGeom prst="rect">
            <a:avLst/>
          </a:prstGeom>
        </p:spPr>
        <p:txBody>
          <a:bodyPr wrap="square" lIns="0" tIns="7111" rIns="0" bIns="0" rtlCol="0">
            <a:noAutofit/>
          </a:bodyPr>
          <a:lstStyle/>
          <a:p>
            <a:pPr marL="12700">
              <a:lnSpc>
                <a:spcPts val="1120"/>
              </a:lnSpc>
            </a:pPr>
            <a:r>
              <a:rPr sz="1000" spc="-180" dirty="0">
                <a:solidFill>
                  <a:srgbClr val="774B4D"/>
                </a:solidFill>
                <a:latin typeface="Arial"/>
                <a:cs typeface="Arial"/>
              </a:rPr>
              <a:t>~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5836" y="4323172"/>
            <a:ext cx="90252" cy="114300"/>
          </a:xfrm>
          <a:prstGeom prst="rect">
            <a:avLst/>
          </a:prstGeom>
        </p:spPr>
        <p:txBody>
          <a:bodyPr wrap="square" lIns="0" tIns="127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700" dirty="0">
                <a:solidFill>
                  <a:srgbClr val="413F54"/>
                </a:solidFill>
                <a:latin typeface="Times New Roman"/>
                <a:cs typeface="Times New Roman"/>
              </a:rPr>
              <a:t>T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29404" y="4530352"/>
            <a:ext cx="200964" cy="127000"/>
          </a:xfrm>
          <a:prstGeom prst="rect">
            <a:avLst/>
          </a:prstGeom>
        </p:spPr>
        <p:txBody>
          <a:bodyPr wrap="square" lIns="0" tIns="2540" rIns="0" bIns="0" rtlCol="0">
            <a:noAutofit/>
          </a:bodyPr>
          <a:lstStyle/>
          <a:p>
            <a:pPr marL="12700">
              <a:lnSpc>
                <a:spcPct val="94401"/>
              </a:lnSpc>
            </a:pPr>
            <a:r>
              <a:rPr sz="800" spc="150" dirty="0">
                <a:solidFill>
                  <a:srgbClr val="413F54"/>
                </a:solidFill>
                <a:latin typeface="Courier New"/>
                <a:cs typeface="Courier New"/>
              </a:rPr>
              <a:t>TT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144772" y="4549731"/>
            <a:ext cx="76180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spc="-150" dirty="0">
                <a:solidFill>
                  <a:srgbClr val="312F36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023108" y="404711"/>
            <a:ext cx="1759158" cy="495300"/>
          </a:xfrm>
          <a:prstGeom prst="rect">
            <a:avLst/>
          </a:prstGeom>
        </p:spPr>
        <p:txBody>
          <a:bodyPr wrap="square" lIns="0" tIns="24638" rIns="0" bIns="0" rtlCol="0">
            <a:noAutofit/>
          </a:bodyPr>
          <a:lstStyle/>
          <a:p>
            <a:pPr marL="12700">
              <a:lnSpc>
                <a:spcPts val="3879"/>
              </a:lnSpc>
            </a:pPr>
            <a:r>
              <a:rPr sz="3700" spc="-209" dirty="0">
                <a:solidFill>
                  <a:srgbClr val="EF6B00"/>
                </a:solidFill>
                <a:latin typeface="Times New Roman"/>
                <a:cs typeface="Times New Roman"/>
              </a:rPr>
              <a:t>Sentiment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66563" y="404711"/>
            <a:ext cx="1424129" cy="495300"/>
          </a:xfrm>
          <a:prstGeom prst="rect">
            <a:avLst/>
          </a:prstGeom>
        </p:spPr>
        <p:txBody>
          <a:bodyPr wrap="square" lIns="0" tIns="24638" rIns="0" bIns="0" rtlCol="0">
            <a:noAutofit/>
          </a:bodyPr>
          <a:lstStyle/>
          <a:p>
            <a:pPr marL="12700">
              <a:lnSpc>
                <a:spcPts val="3879"/>
              </a:lnSpc>
            </a:pPr>
            <a:r>
              <a:rPr sz="3700" spc="-310" dirty="0">
                <a:solidFill>
                  <a:srgbClr val="EF6B00"/>
                </a:solidFill>
                <a:latin typeface="Times New Roman"/>
                <a:cs typeface="Times New Roman"/>
              </a:rPr>
              <a:t>Analysis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2868" y="3513379"/>
            <a:ext cx="5139131" cy="592835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76" dirty="0">
                <a:solidFill>
                  <a:srgbClr val="9C312F"/>
                </a:solidFill>
                <a:latin typeface="Arial"/>
                <a:cs typeface="Arial"/>
              </a:rPr>
              <a:t>Discovering  people opinions</a:t>
            </a:r>
            <a:r>
              <a:rPr sz="1900" spc="76" dirty="0">
                <a:solidFill>
                  <a:srgbClr val="91464D"/>
                </a:solidFill>
                <a:latin typeface="Arial"/>
                <a:cs typeface="Arial"/>
              </a:rPr>
              <a:t>, </a:t>
            </a:r>
            <a:r>
              <a:rPr sz="1900" spc="76" dirty="0">
                <a:solidFill>
                  <a:srgbClr val="9C312F"/>
                </a:solidFill>
                <a:latin typeface="Arial"/>
                <a:cs typeface="Arial"/>
              </a:rPr>
              <a:t>emotions and</a:t>
            </a:r>
            <a:endParaRPr sz="1900">
              <a:latin typeface="Arial"/>
              <a:cs typeface="Arial"/>
            </a:endParaRPr>
          </a:p>
          <a:p>
            <a:pPr marL="2243836" marR="36195">
              <a:lnSpc>
                <a:spcPct val="95825"/>
              </a:lnSpc>
              <a:spcBef>
                <a:spcPts val="278"/>
              </a:spcBef>
            </a:pPr>
            <a:r>
              <a:rPr sz="1900" spc="91" dirty="0">
                <a:solidFill>
                  <a:srgbClr val="9C312F"/>
                </a:solidFill>
                <a:latin typeface="Arial"/>
                <a:cs typeface="Arial"/>
              </a:rPr>
              <a:t>a product or service</a:t>
            </a:r>
            <a:endParaRPr sz="19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60084" y="3513379"/>
            <a:ext cx="1739623" cy="266699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99" dirty="0">
                <a:solidFill>
                  <a:srgbClr val="9C312F"/>
                </a:solidFill>
                <a:latin typeface="Arial"/>
                <a:cs typeface="Arial"/>
              </a:rPr>
              <a:t>feelings about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541524" y="435982"/>
            <a:ext cx="2862300" cy="457200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12700">
              <a:lnSpc>
                <a:spcPts val="3575"/>
              </a:lnSpc>
            </a:pPr>
            <a:r>
              <a:rPr sz="3400" b="1" spc="-476" dirty="0">
                <a:solidFill>
                  <a:srgbClr val="EF6B00"/>
                </a:solidFill>
                <a:latin typeface="Arial"/>
                <a:cs typeface="Arial"/>
              </a:rPr>
              <a:t>Recommendation</a:t>
            </a:r>
            <a:endParaRPr sz="3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31027" y="435982"/>
            <a:ext cx="1231397" cy="457200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12700">
              <a:lnSpc>
                <a:spcPts val="3575"/>
              </a:lnSpc>
            </a:pPr>
            <a:r>
              <a:rPr sz="3400" b="1" spc="-517" dirty="0">
                <a:solidFill>
                  <a:srgbClr val="EF6B00"/>
                </a:solidFill>
                <a:latin typeface="Arial"/>
                <a:cs typeface="Arial"/>
              </a:rPr>
              <a:t>System</a:t>
            </a:r>
            <a:endParaRPr sz="3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8507" y="1288764"/>
            <a:ext cx="1392220" cy="127000"/>
          </a:xfrm>
          <a:prstGeom prst="rect">
            <a:avLst/>
          </a:prstGeom>
        </p:spPr>
        <p:txBody>
          <a:bodyPr wrap="square" lIns="0" tIns="5842" rIns="0" bIns="0" rtlCol="0">
            <a:noAutofit/>
          </a:bodyPr>
          <a:lstStyle/>
          <a:p>
            <a:pPr marL="12700">
              <a:lnSpc>
                <a:spcPts val="919"/>
              </a:lnSpc>
            </a:pPr>
            <a:r>
              <a:rPr sz="800" spc="25" dirty="0">
                <a:solidFill>
                  <a:srgbClr val="040405"/>
                </a:solidFill>
                <a:latin typeface="Arial"/>
                <a:cs typeface="Arial"/>
              </a:rPr>
              <a:t>Frequently Bought Togethe</a:t>
            </a:r>
            <a:r>
              <a:rPr sz="800" spc="25" dirty="0">
                <a:solidFill>
                  <a:srgbClr val="211C21"/>
                </a:solidFill>
                <a:latin typeface="Arial"/>
                <a:cs typeface="Arial"/>
              </a:rPr>
              <a:t>r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79523" y="1554513"/>
            <a:ext cx="659383" cy="127000"/>
          </a:xfrm>
          <a:prstGeom prst="rect">
            <a:avLst/>
          </a:prstGeom>
        </p:spPr>
        <p:txBody>
          <a:bodyPr wrap="square" lIns="0" tIns="5810" rIns="0" bIns="0" rtlCol="0">
            <a:noAutofit/>
          </a:bodyPr>
          <a:lstStyle/>
          <a:p>
            <a:pPr marL="12700">
              <a:lnSpc>
                <a:spcPts val="915"/>
              </a:lnSpc>
            </a:pPr>
            <a:r>
              <a:rPr sz="500" spc="9" dirty="0">
                <a:solidFill>
                  <a:srgbClr val="696969"/>
                </a:solidFill>
                <a:latin typeface="Arial"/>
                <a:cs typeface="Arial"/>
              </a:rPr>
              <a:t>Total p</a:t>
            </a:r>
            <a:r>
              <a:rPr sz="500" spc="9" dirty="0">
                <a:solidFill>
                  <a:srgbClr val="424244"/>
                </a:solidFill>
                <a:latin typeface="Arial"/>
                <a:cs typeface="Arial"/>
              </a:rPr>
              <a:t>r</a:t>
            </a:r>
            <a:r>
              <a:rPr sz="500" spc="9" dirty="0">
                <a:solidFill>
                  <a:srgbClr val="696969"/>
                </a:solidFill>
                <a:latin typeface="Arial"/>
                <a:cs typeface="Arial"/>
              </a:rPr>
              <a:t>ice: </a:t>
            </a:r>
            <a:r>
              <a:rPr sz="800" spc="-11" dirty="0">
                <a:solidFill>
                  <a:srgbClr val="973836"/>
                </a:solidFill>
                <a:latin typeface="Times New Roman"/>
                <a:cs typeface="Times New Roman"/>
              </a:rPr>
              <a:t>$83</a:t>
            </a:r>
            <a:r>
              <a:rPr sz="800" spc="-11" dirty="0">
                <a:solidFill>
                  <a:srgbClr val="956667"/>
                </a:solidFill>
                <a:latin typeface="Times New Roman"/>
                <a:cs typeface="Times New Roman"/>
              </a:rPr>
              <a:t>.</a:t>
            </a:r>
            <a:r>
              <a:rPr sz="800" spc="-11" dirty="0">
                <a:solidFill>
                  <a:srgbClr val="973836"/>
                </a:solidFill>
                <a:latin typeface="Times New Roman"/>
                <a:cs typeface="Times New Roman"/>
              </a:rPr>
              <a:t>09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76475" y="1611890"/>
            <a:ext cx="552190" cy="381864"/>
          </a:xfrm>
          <a:prstGeom prst="rect">
            <a:avLst/>
          </a:prstGeom>
        </p:spPr>
        <p:txBody>
          <a:bodyPr wrap="square" lIns="0" tIns="11557" rIns="0" bIns="0" rtlCol="0">
            <a:noAutofit/>
          </a:bodyPr>
          <a:lstStyle/>
          <a:p>
            <a:pPr marL="12700">
              <a:lnSpc>
                <a:spcPts val="1820"/>
              </a:lnSpc>
            </a:pPr>
            <a:r>
              <a:rPr sz="1700" spc="-155" dirty="0">
                <a:solidFill>
                  <a:srgbClr val="C6A862"/>
                </a:solidFill>
                <a:latin typeface="Times New Roman"/>
                <a:cs typeface="Times New Roman"/>
              </a:rPr>
              <a:t>+</a:t>
            </a:r>
            <a:r>
              <a:rPr sz="1700" spc="-155" dirty="0">
                <a:solidFill>
                  <a:srgbClr val="543D21"/>
                </a:solidFill>
                <a:latin typeface="Times New Roman"/>
                <a:cs typeface="Times New Roman"/>
              </a:rPr>
              <a:t>a»aa</a:t>
            </a:r>
            <a:r>
              <a:rPr sz="1700" spc="-155" dirty="0">
                <a:solidFill>
                  <a:srgbClr val="C6A862"/>
                </a:solidFill>
                <a:latin typeface="Times New Roman"/>
                <a:cs typeface="Times New Roman"/>
              </a:rPr>
              <a:t>e</a:t>
            </a:r>
            <a:endParaRPr sz="1700">
              <a:latin typeface="Times New Roman"/>
              <a:cs typeface="Times New Roman"/>
            </a:endParaRPr>
          </a:p>
          <a:p>
            <a:pPr marL="12700" marR="32385">
              <a:lnSpc>
                <a:spcPts val="1110"/>
              </a:lnSpc>
            </a:pPr>
            <a:r>
              <a:rPr sz="1100" spc="-92" dirty="0">
                <a:solidFill>
                  <a:srgbClr val="7E7E80"/>
                </a:solidFill>
                <a:latin typeface="Times New Roman"/>
                <a:cs typeface="Times New Roman"/>
              </a:rPr>
              <a:t>Ad</a:t>
            </a:r>
            <a:r>
              <a:rPr sz="1100" spc="-92" dirty="0">
                <a:solidFill>
                  <a:srgbClr val="424244"/>
                </a:solidFill>
                <a:latin typeface="Times New Roman"/>
                <a:cs typeface="Times New Roman"/>
              </a:rPr>
              <a:t>d </a:t>
            </a:r>
            <a:r>
              <a:rPr sz="500" spc="-92" dirty="0">
                <a:solidFill>
                  <a:srgbClr val="424244"/>
                </a:solidFill>
                <a:latin typeface="Times New Roman"/>
                <a:cs typeface="Times New Roman"/>
              </a:rPr>
              <a:t>bot</a:t>
            </a:r>
            <a:r>
              <a:rPr sz="500" spc="-92" dirty="0">
                <a:solidFill>
                  <a:srgbClr val="696969"/>
                </a:solidFill>
                <a:latin typeface="Times New Roman"/>
                <a:cs typeface="Times New Roman"/>
              </a:rPr>
              <a:t>h </a:t>
            </a:r>
            <a:r>
              <a:rPr sz="400" spc="9" dirty="0">
                <a:solidFill>
                  <a:srgbClr val="424244"/>
                </a:solidFill>
                <a:latin typeface="Arial"/>
                <a:cs typeface="Arial"/>
              </a:rPr>
              <a:t>to List</a:t>
            </a:r>
            <a:endParaRPr sz="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1283" y="2275562"/>
            <a:ext cx="4524966" cy="232663"/>
          </a:xfrm>
          <a:prstGeom prst="rect">
            <a:avLst/>
          </a:prstGeom>
        </p:spPr>
        <p:txBody>
          <a:bodyPr wrap="square" lIns="0" tIns="254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600" b="1" spc="8" dirty="0">
                <a:solidFill>
                  <a:srgbClr val="3B90E9"/>
                </a:solidFill>
                <a:latin typeface="Arial"/>
                <a:cs typeface="Arial"/>
              </a:rPr>
              <a:t>rJ </a:t>
            </a:r>
            <a:r>
              <a:rPr sz="500" b="1" spc="8" dirty="0">
                <a:solidFill>
                  <a:srgbClr val="040405"/>
                </a:solidFill>
                <a:latin typeface="Arial"/>
                <a:cs typeface="Arial"/>
              </a:rPr>
              <a:t>Th</a:t>
            </a:r>
            <a:r>
              <a:rPr sz="500" b="1" spc="8" dirty="0">
                <a:solidFill>
                  <a:srgbClr val="211C21"/>
                </a:solidFill>
                <a:latin typeface="Arial"/>
                <a:cs typeface="Arial"/>
              </a:rPr>
              <a:t>i</a:t>
            </a:r>
            <a:r>
              <a:rPr sz="500" b="1" spc="8" dirty="0">
                <a:solidFill>
                  <a:srgbClr val="040405"/>
                </a:solidFill>
                <a:latin typeface="Arial"/>
                <a:cs typeface="Arial"/>
              </a:rPr>
              <a:t>s </a:t>
            </a:r>
            <a:r>
              <a:rPr sz="500" b="1" spc="8" dirty="0">
                <a:solidFill>
                  <a:srgbClr val="211C21"/>
                </a:solidFill>
                <a:latin typeface="Arial"/>
                <a:cs typeface="Arial"/>
              </a:rPr>
              <a:t>i</a:t>
            </a:r>
            <a:r>
              <a:rPr sz="500" b="1" spc="8" dirty="0">
                <a:solidFill>
                  <a:srgbClr val="040405"/>
                </a:solidFill>
                <a:latin typeface="Arial"/>
                <a:cs typeface="Arial"/>
              </a:rPr>
              <a:t>tem</a:t>
            </a:r>
            <a:r>
              <a:rPr sz="500" b="1" spc="8" dirty="0">
                <a:solidFill>
                  <a:srgbClr val="211C21"/>
                </a:solidFill>
                <a:latin typeface="Arial"/>
                <a:cs typeface="Arial"/>
              </a:rPr>
              <a:t>: </a:t>
            </a:r>
            <a:r>
              <a:rPr sz="500" spc="8" dirty="0">
                <a:solidFill>
                  <a:srgbClr val="424244"/>
                </a:solidFill>
                <a:latin typeface="Arial"/>
                <a:cs typeface="Arial"/>
              </a:rPr>
              <a:t>S</a:t>
            </a:r>
            <a:r>
              <a:rPr sz="500" spc="8" dirty="0">
                <a:solidFill>
                  <a:srgbClr val="2F2D31"/>
                </a:solidFill>
                <a:latin typeface="Arial"/>
                <a:cs typeface="Arial"/>
              </a:rPr>
              <a:t>t</a:t>
            </a:r>
            <a:r>
              <a:rPr sz="500" spc="8" dirty="0">
                <a:solidFill>
                  <a:srgbClr val="424244"/>
                </a:solidFill>
                <a:latin typeface="Arial"/>
                <a:cs typeface="Arial"/>
              </a:rPr>
              <a:t>ructu</a:t>
            </a:r>
            <a:r>
              <a:rPr sz="500" spc="8" dirty="0">
                <a:solidFill>
                  <a:srgbClr val="040405"/>
                </a:solidFill>
                <a:latin typeface="Arial"/>
                <a:cs typeface="Arial"/>
              </a:rPr>
              <a:t>r</a:t>
            </a:r>
            <a:r>
              <a:rPr sz="500" spc="8" dirty="0">
                <a:solidFill>
                  <a:srgbClr val="424244"/>
                </a:solidFill>
                <a:latin typeface="Arial"/>
                <a:cs typeface="Arial"/>
              </a:rPr>
              <a:t>e an</a:t>
            </a:r>
            <a:r>
              <a:rPr sz="500" spc="8" dirty="0">
                <a:solidFill>
                  <a:srgbClr val="2F2D31"/>
                </a:solidFill>
                <a:latin typeface="Arial"/>
                <a:cs typeface="Arial"/>
              </a:rPr>
              <a:t>d </a:t>
            </a:r>
            <a:r>
              <a:rPr sz="500" spc="8" dirty="0">
                <a:solidFill>
                  <a:srgbClr val="211C21"/>
                </a:solidFill>
                <a:latin typeface="Arial"/>
                <a:cs typeface="Arial"/>
              </a:rPr>
              <a:t>I</a:t>
            </a:r>
            <a:r>
              <a:rPr sz="500" spc="8" dirty="0">
                <a:solidFill>
                  <a:srgbClr val="2F2D31"/>
                </a:solidFill>
                <a:latin typeface="Arial"/>
                <a:cs typeface="Arial"/>
              </a:rPr>
              <a:t>n</a:t>
            </a:r>
            <a:r>
              <a:rPr sz="500" spc="8" dirty="0">
                <a:solidFill>
                  <a:srgbClr val="424244"/>
                </a:solidFill>
                <a:latin typeface="Arial"/>
                <a:cs typeface="Arial"/>
              </a:rPr>
              <a:t>te</a:t>
            </a:r>
            <a:r>
              <a:rPr sz="500" spc="8" dirty="0">
                <a:solidFill>
                  <a:srgbClr val="2F2D31"/>
                </a:solidFill>
                <a:latin typeface="Arial"/>
                <a:cs typeface="Arial"/>
              </a:rPr>
              <a:t>rp</a:t>
            </a:r>
            <a:r>
              <a:rPr sz="500" spc="8" dirty="0">
                <a:solidFill>
                  <a:srgbClr val="424244"/>
                </a:solidFill>
                <a:latin typeface="Arial"/>
                <a:cs typeface="Arial"/>
              </a:rPr>
              <a:t>reta</a:t>
            </a:r>
            <a:r>
              <a:rPr sz="500" spc="8" dirty="0">
                <a:solidFill>
                  <a:srgbClr val="2F2D31"/>
                </a:solidFill>
                <a:latin typeface="Arial"/>
                <a:cs typeface="Arial"/>
              </a:rPr>
              <a:t>t</a:t>
            </a:r>
            <a:r>
              <a:rPr sz="500" spc="8" dirty="0">
                <a:solidFill>
                  <a:srgbClr val="424244"/>
                </a:solidFill>
                <a:latin typeface="Arial"/>
                <a:cs typeface="Arial"/>
              </a:rPr>
              <a:t>ion  of Co</a:t>
            </a:r>
            <a:r>
              <a:rPr sz="500" spc="8" dirty="0">
                <a:solidFill>
                  <a:srgbClr val="2F2D31"/>
                </a:solidFill>
                <a:latin typeface="Arial"/>
                <a:cs typeface="Arial"/>
              </a:rPr>
              <a:t>mp</a:t>
            </a:r>
            <a:r>
              <a:rPr sz="500" spc="8" dirty="0">
                <a:solidFill>
                  <a:srgbClr val="424244"/>
                </a:solidFill>
                <a:latin typeface="Arial"/>
                <a:cs typeface="Arial"/>
              </a:rPr>
              <a:t>u</a:t>
            </a:r>
            <a:r>
              <a:rPr sz="500" spc="8" dirty="0">
                <a:solidFill>
                  <a:srgbClr val="211C21"/>
                </a:solidFill>
                <a:latin typeface="Arial"/>
                <a:cs typeface="Arial"/>
              </a:rPr>
              <a:t>t</a:t>
            </a:r>
            <a:r>
              <a:rPr sz="500" spc="8" dirty="0">
                <a:solidFill>
                  <a:srgbClr val="424244"/>
                </a:solidFill>
                <a:latin typeface="Arial"/>
                <a:cs typeface="Arial"/>
              </a:rPr>
              <a:t>e</a:t>
            </a:r>
            <a:r>
              <a:rPr sz="500" spc="8" dirty="0">
                <a:solidFill>
                  <a:srgbClr val="211C21"/>
                </a:solidFill>
                <a:latin typeface="Arial"/>
                <a:cs typeface="Arial"/>
              </a:rPr>
              <a:t>r </a:t>
            </a:r>
            <a:r>
              <a:rPr sz="500" spc="8" dirty="0">
                <a:solidFill>
                  <a:srgbClr val="2F2D31"/>
                </a:solidFill>
                <a:latin typeface="Arial"/>
                <a:cs typeface="Arial"/>
              </a:rPr>
              <a:t>Pr</a:t>
            </a:r>
            <a:r>
              <a:rPr sz="500" spc="8" dirty="0">
                <a:solidFill>
                  <a:srgbClr val="424244"/>
                </a:solidFill>
                <a:latin typeface="Arial"/>
                <a:cs typeface="Arial"/>
              </a:rPr>
              <a:t>og</a:t>
            </a:r>
            <a:r>
              <a:rPr sz="500" spc="8" dirty="0">
                <a:solidFill>
                  <a:srgbClr val="211C21"/>
                </a:solidFill>
                <a:latin typeface="Arial"/>
                <a:cs typeface="Arial"/>
              </a:rPr>
              <a:t>r</a:t>
            </a:r>
            <a:r>
              <a:rPr sz="500" spc="8" dirty="0">
                <a:solidFill>
                  <a:srgbClr val="424244"/>
                </a:solidFill>
                <a:latin typeface="Arial"/>
                <a:cs typeface="Arial"/>
              </a:rPr>
              <a:t>a</a:t>
            </a:r>
            <a:r>
              <a:rPr sz="500" spc="8" dirty="0">
                <a:solidFill>
                  <a:srgbClr val="2F2D31"/>
                </a:solidFill>
                <a:latin typeface="Arial"/>
                <a:cs typeface="Arial"/>
              </a:rPr>
              <a:t>m</a:t>
            </a:r>
            <a:r>
              <a:rPr sz="500" spc="8" dirty="0">
                <a:solidFill>
                  <a:srgbClr val="424244"/>
                </a:solidFill>
                <a:latin typeface="Arial"/>
                <a:cs typeface="Arial"/>
              </a:rPr>
              <a:t>s - 2</a:t>
            </a:r>
            <a:r>
              <a:rPr sz="500" spc="8" dirty="0">
                <a:solidFill>
                  <a:srgbClr val="2F2D31"/>
                </a:solidFill>
                <a:latin typeface="Arial"/>
                <a:cs typeface="Arial"/>
              </a:rPr>
              <a:t>nd Ed</a:t>
            </a:r>
            <a:r>
              <a:rPr sz="500" spc="8" dirty="0">
                <a:solidFill>
                  <a:srgbClr val="424244"/>
                </a:solidFill>
                <a:latin typeface="Arial"/>
                <a:cs typeface="Arial"/>
              </a:rPr>
              <a:t>itio</a:t>
            </a:r>
            <a:r>
              <a:rPr sz="500" spc="8" dirty="0">
                <a:solidFill>
                  <a:srgbClr val="2F2D31"/>
                </a:solidFill>
                <a:latin typeface="Arial"/>
                <a:cs typeface="Arial"/>
              </a:rPr>
              <a:t>n </a:t>
            </a:r>
            <a:r>
              <a:rPr sz="500" spc="8" dirty="0">
                <a:solidFill>
                  <a:srgbClr val="424244"/>
                </a:solidFill>
                <a:latin typeface="Arial"/>
                <a:cs typeface="Arial"/>
              </a:rPr>
              <a:t>(</a:t>
            </a:r>
            <a:r>
              <a:rPr sz="500" spc="8" dirty="0">
                <a:solidFill>
                  <a:srgbClr val="2F2D31"/>
                </a:solidFill>
                <a:latin typeface="Arial"/>
                <a:cs typeface="Arial"/>
              </a:rPr>
              <a:t>M</a:t>
            </a:r>
            <a:r>
              <a:rPr sz="500" spc="8" dirty="0">
                <a:solidFill>
                  <a:srgbClr val="2D485B"/>
                </a:solidFill>
                <a:latin typeface="Arial"/>
                <a:cs typeface="Arial"/>
              </a:rPr>
              <a:t>I</a:t>
            </a:r>
            <a:r>
              <a:rPr sz="500" spc="8" dirty="0">
                <a:solidFill>
                  <a:srgbClr val="424244"/>
                </a:solidFill>
                <a:latin typeface="Arial"/>
                <a:cs typeface="Arial"/>
              </a:rPr>
              <a:t>T </a:t>
            </a:r>
            <a:r>
              <a:rPr sz="500" spc="8" dirty="0">
                <a:solidFill>
                  <a:srgbClr val="2F2D31"/>
                </a:solidFill>
                <a:latin typeface="Arial"/>
                <a:cs typeface="Arial"/>
              </a:rPr>
              <a:t>El</a:t>
            </a:r>
            <a:r>
              <a:rPr sz="500" spc="8" dirty="0">
                <a:solidFill>
                  <a:srgbClr val="424244"/>
                </a:solidFill>
                <a:latin typeface="Arial"/>
                <a:cs typeface="Arial"/>
              </a:rPr>
              <a:t>ec</a:t>
            </a:r>
            <a:r>
              <a:rPr sz="500" spc="8" dirty="0">
                <a:solidFill>
                  <a:srgbClr val="211C21"/>
                </a:solidFill>
                <a:latin typeface="Arial"/>
                <a:cs typeface="Arial"/>
              </a:rPr>
              <a:t>t</a:t>
            </a:r>
            <a:r>
              <a:rPr sz="500" spc="8" dirty="0">
                <a:solidFill>
                  <a:srgbClr val="424244"/>
                </a:solidFill>
                <a:latin typeface="Arial"/>
                <a:cs typeface="Arial"/>
              </a:rPr>
              <a:t>rical E</a:t>
            </a:r>
            <a:r>
              <a:rPr sz="500" spc="8" dirty="0">
                <a:solidFill>
                  <a:srgbClr val="211C21"/>
                </a:solidFill>
                <a:latin typeface="Arial"/>
                <a:cs typeface="Arial"/>
              </a:rPr>
              <a:t>n</a:t>
            </a:r>
            <a:r>
              <a:rPr sz="500" spc="8" dirty="0">
                <a:solidFill>
                  <a:srgbClr val="2F2D31"/>
                </a:solidFill>
                <a:latin typeface="Arial"/>
                <a:cs typeface="Arial"/>
              </a:rPr>
              <a:t>g</a:t>
            </a:r>
            <a:r>
              <a:rPr sz="500" spc="8" dirty="0">
                <a:solidFill>
                  <a:srgbClr val="696969"/>
                </a:solidFill>
                <a:latin typeface="Arial"/>
                <a:cs typeface="Arial"/>
              </a:rPr>
              <a:t>i</a:t>
            </a:r>
            <a:r>
              <a:rPr sz="500" spc="8" dirty="0">
                <a:solidFill>
                  <a:srgbClr val="211C21"/>
                </a:solidFill>
                <a:latin typeface="Arial"/>
                <a:cs typeface="Arial"/>
              </a:rPr>
              <a:t>n</a:t>
            </a:r>
            <a:r>
              <a:rPr sz="500" spc="8" dirty="0">
                <a:solidFill>
                  <a:srgbClr val="424244"/>
                </a:solidFill>
                <a:latin typeface="Arial"/>
                <a:cs typeface="Arial"/>
              </a:rPr>
              <a:t>ee</a:t>
            </a:r>
            <a:r>
              <a:rPr sz="500" spc="8" dirty="0">
                <a:solidFill>
                  <a:srgbClr val="2F2D31"/>
                </a:solidFill>
                <a:latin typeface="Arial"/>
                <a:cs typeface="Arial"/>
              </a:rPr>
              <a:t>ri</a:t>
            </a:r>
            <a:r>
              <a:rPr sz="500" spc="8" dirty="0">
                <a:solidFill>
                  <a:srgbClr val="211C21"/>
                </a:solidFill>
                <a:latin typeface="Arial"/>
                <a:cs typeface="Arial"/>
              </a:rPr>
              <a:t>n</a:t>
            </a:r>
            <a:r>
              <a:rPr sz="500" spc="8" dirty="0">
                <a:solidFill>
                  <a:srgbClr val="424244"/>
                </a:solidFill>
                <a:latin typeface="Arial"/>
                <a:cs typeface="Arial"/>
              </a:rPr>
              <a:t>g and.</a:t>
            </a:r>
            <a:r>
              <a:rPr sz="500" spc="8" dirty="0">
                <a:solidFill>
                  <a:srgbClr val="696969"/>
                </a:solidFill>
                <a:latin typeface="Arial"/>
                <a:cs typeface="Arial"/>
              </a:rPr>
              <a:t>.</a:t>
            </a:r>
            <a:r>
              <a:rPr sz="500" spc="8" dirty="0">
                <a:solidFill>
                  <a:srgbClr val="424244"/>
                </a:solidFill>
                <a:latin typeface="Arial"/>
                <a:cs typeface="Arial"/>
              </a:rPr>
              <a:t>.  by </a:t>
            </a:r>
            <a:r>
              <a:rPr sz="500" spc="8" dirty="0">
                <a:solidFill>
                  <a:srgbClr val="2F2D31"/>
                </a:solidFill>
                <a:latin typeface="Arial"/>
                <a:cs typeface="Arial"/>
              </a:rPr>
              <a:t>H</a:t>
            </a:r>
            <a:r>
              <a:rPr sz="500" spc="8" dirty="0">
                <a:solidFill>
                  <a:srgbClr val="424244"/>
                </a:solidFill>
                <a:latin typeface="Arial"/>
                <a:cs typeface="Arial"/>
              </a:rPr>
              <a:t>arold  Abelson  </a:t>
            </a:r>
            <a:r>
              <a:rPr sz="500" spc="8" dirty="0">
                <a:solidFill>
                  <a:srgbClr val="696969"/>
                </a:solidFill>
                <a:latin typeface="Arial"/>
                <a:cs typeface="Arial"/>
              </a:rPr>
              <a:t>Paperback  </a:t>
            </a:r>
            <a:r>
              <a:rPr sz="500" spc="8" dirty="0">
                <a:solidFill>
                  <a:srgbClr val="9E4D4D"/>
                </a:solidFill>
                <a:latin typeface="Arial"/>
                <a:cs typeface="Arial"/>
              </a:rPr>
              <a:t>$50</a:t>
            </a:r>
            <a:r>
              <a:rPr sz="500" spc="8" dirty="0">
                <a:solidFill>
                  <a:srgbClr val="956667"/>
                </a:solidFill>
                <a:latin typeface="Arial"/>
                <a:cs typeface="Arial"/>
              </a:rPr>
              <a:t>.</a:t>
            </a:r>
            <a:r>
              <a:rPr sz="500" spc="8" dirty="0">
                <a:solidFill>
                  <a:srgbClr val="9E4D4D"/>
                </a:solidFill>
                <a:latin typeface="Arial"/>
                <a:cs typeface="Arial"/>
              </a:rPr>
              <a:t>50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340"/>
              </a:spcBef>
            </a:pPr>
            <a:r>
              <a:rPr sz="600" b="1" spc="8" dirty="0">
                <a:solidFill>
                  <a:srgbClr val="3B90E9"/>
                </a:solidFill>
                <a:latin typeface="Arial"/>
                <a:cs typeface="Arial"/>
              </a:rPr>
              <a:t>rJ </a:t>
            </a:r>
            <a:r>
              <a:rPr sz="500" spc="8" dirty="0">
                <a:solidFill>
                  <a:srgbClr val="4D72A8"/>
                </a:solidFill>
                <a:latin typeface="Arial"/>
                <a:cs typeface="Arial"/>
              </a:rPr>
              <a:t>The Pragmatic  Programmer:  From Journeyman to Master </a:t>
            </a:r>
            <a:r>
              <a:rPr sz="500" spc="8" dirty="0">
                <a:solidFill>
                  <a:srgbClr val="424244"/>
                </a:solidFill>
                <a:latin typeface="Arial"/>
                <a:cs typeface="Arial"/>
              </a:rPr>
              <a:t>by A</a:t>
            </a:r>
            <a:r>
              <a:rPr sz="500" spc="8" dirty="0">
                <a:solidFill>
                  <a:srgbClr val="2F2D31"/>
                </a:solidFill>
                <a:latin typeface="Arial"/>
                <a:cs typeface="Arial"/>
              </a:rPr>
              <a:t>n</a:t>
            </a:r>
            <a:r>
              <a:rPr sz="500" spc="8" dirty="0">
                <a:solidFill>
                  <a:srgbClr val="424244"/>
                </a:solidFill>
                <a:latin typeface="Arial"/>
                <a:cs typeface="Arial"/>
              </a:rPr>
              <a:t>drew </a:t>
            </a:r>
            <a:r>
              <a:rPr sz="500" spc="8" dirty="0">
                <a:solidFill>
                  <a:srgbClr val="2F2D31"/>
                </a:solidFill>
                <a:latin typeface="Arial"/>
                <a:cs typeface="Arial"/>
              </a:rPr>
              <a:t>H</a:t>
            </a:r>
            <a:r>
              <a:rPr sz="500" spc="8" dirty="0">
                <a:solidFill>
                  <a:srgbClr val="424244"/>
                </a:solidFill>
                <a:latin typeface="Arial"/>
                <a:cs typeface="Arial"/>
              </a:rPr>
              <a:t>unt </a:t>
            </a:r>
            <a:r>
              <a:rPr sz="500" spc="8" dirty="0">
                <a:solidFill>
                  <a:srgbClr val="696969"/>
                </a:solidFill>
                <a:latin typeface="Arial"/>
                <a:cs typeface="Arial"/>
              </a:rPr>
              <a:t>Paperback </a:t>
            </a:r>
            <a:r>
              <a:rPr sz="500" spc="8" dirty="0">
                <a:solidFill>
                  <a:srgbClr val="9E4D4D"/>
                </a:solidFill>
                <a:latin typeface="Arial"/>
                <a:cs typeface="Arial"/>
              </a:rPr>
              <a:t>$32</a:t>
            </a:r>
            <a:r>
              <a:rPr sz="500" spc="8" dirty="0">
                <a:solidFill>
                  <a:srgbClr val="956667"/>
                </a:solidFill>
                <a:latin typeface="Arial"/>
                <a:cs typeface="Arial"/>
              </a:rPr>
              <a:t>.</a:t>
            </a:r>
            <a:r>
              <a:rPr sz="500" spc="8" dirty="0">
                <a:solidFill>
                  <a:srgbClr val="9E4D4D"/>
                </a:solidFill>
                <a:latin typeface="Arial"/>
                <a:cs typeface="Arial"/>
              </a:rPr>
              <a:t>59</a:t>
            </a:r>
            <a:endParaRPr sz="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5459" y="2782284"/>
            <a:ext cx="2309955" cy="127000"/>
          </a:xfrm>
          <a:prstGeom prst="rect">
            <a:avLst/>
          </a:prstGeom>
        </p:spPr>
        <p:txBody>
          <a:bodyPr wrap="square" lIns="0" tIns="5842" rIns="0" bIns="0" rtlCol="0">
            <a:noAutofit/>
          </a:bodyPr>
          <a:lstStyle/>
          <a:p>
            <a:pPr marL="12700">
              <a:lnSpc>
                <a:spcPts val="919"/>
              </a:lnSpc>
            </a:pPr>
            <a:r>
              <a:rPr sz="800" spc="25" dirty="0">
                <a:solidFill>
                  <a:srgbClr val="040405"/>
                </a:solidFill>
                <a:latin typeface="Arial"/>
                <a:cs typeface="Arial"/>
              </a:rPr>
              <a:t>Customers Who Bought Th</a:t>
            </a:r>
            <a:r>
              <a:rPr sz="800" spc="25" dirty="0">
                <a:solidFill>
                  <a:srgbClr val="211C21"/>
                </a:solidFill>
                <a:latin typeface="Arial"/>
                <a:cs typeface="Arial"/>
              </a:rPr>
              <a:t>i</a:t>
            </a:r>
            <a:r>
              <a:rPr sz="800" spc="25" dirty="0">
                <a:solidFill>
                  <a:srgbClr val="040405"/>
                </a:solidFill>
                <a:latin typeface="Arial"/>
                <a:cs typeface="Arial"/>
              </a:rPr>
              <a:t>s Item  Also Bought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35187" y="2806343"/>
            <a:ext cx="405256" cy="101600"/>
          </a:xfrm>
          <a:prstGeom prst="rect">
            <a:avLst/>
          </a:prstGeom>
        </p:spPr>
        <p:txBody>
          <a:bodyPr wrap="square" lIns="0" tIns="254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500" spc="0" dirty="0">
                <a:solidFill>
                  <a:srgbClr val="424244"/>
                </a:solidFill>
                <a:latin typeface="Arial"/>
                <a:cs typeface="Arial"/>
              </a:rPr>
              <a:t>Page</a:t>
            </a:r>
            <a:r>
              <a:rPr sz="500" spc="106" dirty="0">
                <a:solidFill>
                  <a:srgbClr val="424244"/>
                </a:solidFill>
                <a:latin typeface="Arial"/>
                <a:cs typeface="Arial"/>
              </a:rPr>
              <a:t> </a:t>
            </a:r>
            <a:r>
              <a:rPr sz="600" spc="-150" dirty="0">
                <a:solidFill>
                  <a:srgbClr val="2F2D31"/>
                </a:solidFill>
                <a:latin typeface="Times New Roman"/>
                <a:cs typeface="Times New Roman"/>
              </a:rPr>
              <a:t>1</a:t>
            </a:r>
            <a:r>
              <a:rPr sz="600" spc="-75" dirty="0">
                <a:solidFill>
                  <a:srgbClr val="2F2D31"/>
                </a:solidFill>
                <a:latin typeface="Times New Roman"/>
                <a:cs typeface="Times New Roman"/>
              </a:rPr>
              <a:t>  </a:t>
            </a:r>
            <a:r>
              <a:rPr sz="600" spc="-39" dirty="0">
                <a:solidFill>
                  <a:srgbClr val="2F2D31"/>
                </a:solidFill>
                <a:latin typeface="Times New Roman"/>
                <a:cs typeface="Times New Roman"/>
              </a:rPr>
              <a:t> </a:t>
            </a:r>
            <a:r>
              <a:rPr sz="600" spc="-9" dirty="0">
                <a:solidFill>
                  <a:srgbClr val="424244"/>
                </a:solidFill>
                <a:latin typeface="Times New Roman"/>
                <a:cs typeface="Times New Roman"/>
              </a:rPr>
              <a:t>0</a:t>
            </a:r>
            <a:r>
              <a:rPr sz="600" spc="0" dirty="0">
                <a:solidFill>
                  <a:srgbClr val="2F2D31"/>
                </a:solidFill>
                <a:latin typeface="Times New Roman"/>
                <a:cs typeface="Times New Roman"/>
              </a:rPr>
              <a:t>f</a:t>
            </a:r>
            <a:r>
              <a:rPr sz="600" spc="-12" dirty="0">
                <a:solidFill>
                  <a:srgbClr val="2F2D31"/>
                </a:solidFill>
                <a:latin typeface="Times New Roman"/>
                <a:cs typeface="Times New Roman"/>
              </a:rPr>
              <a:t> </a:t>
            </a:r>
            <a:r>
              <a:rPr sz="600" spc="-108" dirty="0">
                <a:solidFill>
                  <a:srgbClr val="2F2D31"/>
                </a:solidFill>
                <a:latin typeface="Times New Roman"/>
                <a:cs typeface="Times New Roman"/>
              </a:rPr>
              <a:t>1</a:t>
            </a:r>
            <a:r>
              <a:rPr sz="600" spc="50" dirty="0">
                <a:solidFill>
                  <a:srgbClr val="424244"/>
                </a:solid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64355" y="2906393"/>
            <a:ext cx="93503" cy="215900"/>
          </a:xfrm>
          <a:prstGeom prst="rect">
            <a:avLst/>
          </a:prstGeom>
        </p:spPr>
        <p:txBody>
          <a:bodyPr wrap="square" lIns="0" tIns="10350" rIns="0" bIns="0" rtlCol="0">
            <a:noAutofit/>
          </a:bodyPr>
          <a:lstStyle/>
          <a:p>
            <a:pPr marL="12700">
              <a:lnSpc>
                <a:spcPts val="1630"/>
              </a:lnSpc>
            </a:pPr>
            <a:r>
              <a:rPr sz="1500" spc="-63" dirty="0">
                <a:solidFill>
                  <a:srgbClr val="50141C"/>
                </a:solidFill>
                <a:latin typeface="Times New Roman"/>
                <a:cs typeface="Times New Roman"/>
              </a:rPr>
              <a:t>,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92059" y="3088910"/>
            <a:ext cx="420268" cy="76200"/>
          </a:xfrm>
          <a:prstGeom prst="rect">
            <a:avLst/>
          </a:prstGeom>
        </p:spPr>
        <p:txBody>
          <a:bodyPr wrap="square" lIns="0" tIns="5715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400" spc="13" dirty="0">
                <a:solidFill>
                  <a:srgbClr val="346777"/>
                </a:solidFill>
                <a:latin typeface="Times New Roman"/>
                <a:cs typeface="Times New Roman"/>
              </a:rPr>
              <a:t>The L</a:t>
            </a:r>
            <a:r>
              <a:rPr sz="400" spc="13" dirty="0">
                <a:solidFill>
                  <a:srgbClr val="2D485B"/>
                </a:solidFill>
                <a:latin typeface="Times New Roman"/>
                <a:cs typeface="Times New Roman"/>
              </a:rPr>
              <a:t>i</a:t>
            </a:r>
            <a:r>
              <a:rPr sz="400" spc="13" dirty="0">
                <a:solidFill>
                  <a:srgbClr val="346777"/>
                </a:solidFill>
                <a:latin typeface="Times New Roman"/>
                <a:cs typeface="Times New Roman"/>
              </a:rPr>
              <a:t>ttle  Prover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09491" y="3645261"/>
            <a:ext cx="449376" cy="88900"/>
          </a:xfrm>
          <a:prstGeom prst="rect">
            <a:avLst/>
          </a:prstGeom>
        </p:spPr>
        <p:txBody>
          <a:bodyPr wrap="square" lIns="0" tIns="4445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500" spc="3" dirty="0">
                <a:solidFill>
                  <a:srgbClr val="2D485B"/>
                </a:solidFill>
                <a:latin typeface="Arial"/>
                <a:cs typeface="Arial"/>
              </a:rPr>
              <a:t>A</a:t>
            </a:r>
            <a:r>
              <a:rPr sz="500" spc="3" dirty="0">
                <a:solidFill>
                  <a:srgbClr val="11213A"/>
                </a:solidFill>
                <a:latin typeface="Arial"/>
                <a:cs typeface="Arial"/>
              </a:rPr>
              <a:t>L</a:t>
            </a:r>
            <a:r>
              <a:rPr sz="500" spc="3" dirty="0">
                <a:solidFill>
                  <a:srgbClr val="2D485B"/>
                </a:solidFill>
                <a:latin typeface="Arial"/>
                <a:cs typeface="Arial"/>
              </a:rPr>
              <a:t>GORI</a:t>
            </a:r>
            <a:r>
              <a:rPr sz="500" spc="3" dirty="0">
                <a:solidFill>
                  <a:srgbClr val="346777"/>
                </a:solidFill>
                <a:latin typeface="Arial"/>
                <a:cs typeface="Arial"/>
              </a:rPr>
              <a:t>T</a:t>
            </a:r>
            <a:r>
              <a:rPr sz="500" spc="3" dirty="0">
                <a:solidFill>
                  <a:srgbClr val="2D485B"/>
                </a:solidFill>
                <a:latin typeface="Arial"/>
                <a:cs typeface="Arial"/>
              </a:rPr>
              <a:t>HMS</a:t>
            </a:r>
            <a:endParaRPr sz="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92371" y="3689188"/>
            <a:ext cx="292932" cy="114300"/>
          </a:xfrm>
          <a:prstGeom prst="rect">
            <a:avLst/>
          </a:prstGeom>
        </p:spPr>
        <p:txBody>
          <a:bodyPr wrap="square" lIns="0" tIns="127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700" spc="455" dirty="0">
                <a:solidFill>
                  <a:srgbClr val="50141C"/>
                </a:solidFill>
                <a:latin typeface="Times New Roman"/>
                <a:cs typeface="Times New Roman"/>
              </a:rPr>
              <a:t>mm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73427" y="3884906"/>
            <a:ext cx="848019" cy="699437"/>
          </a:xfrm>
          <a:prstGeom prst="rect">
            <a:avLst/>
          </a:prstGeom>
        </p:spPr>
        <p:txBody>
          <a:bodyPr wrap="square" lIns="0" tIns="2540" rIns="0" bIns="0" rtlCol="0">
            <a:noAutofit/>
          </a:bodyPr>
          <a:lstStyle/>
          <a:p>
            <a:pPr marL="12700" marR="1269" indent="3048">
              <a:lnSpc>
                <a:spcPts val="689"/>
              </a:lnSpc>
            </a:pPr>
            <a:r>
              <a:rPr sz="500" spc="3" dirty="0">
                <a:solidFill>
                  <a:srgbClr val="4D72A8"/>
                </a:solidFill>
                <a:latin typeface="Arial"/>
                <a:cs typeface="Arial"/>
              </a:rPr>
              <a:t>Instructor's Manual </a:t>
            </a:r>
            <a:r>
              <a:rPr sz="600" i="1" spc="3" dirty="0">
                <a:solidFill>
                  <a:srgbClr val="4D72A8"/>
                </a:solidFill>
                <a:latin typeface="Arial"/>
                <a:cs typeface="Arial"/>
              </a:rPr>
              <a:t>Va </a:t>
            </a:r>
            <a:endParaRPr sz="500">
              <a:latin typeface="Arial"/>
              <a:cs typeface="Arial"/>
            </a:endParaRPr>
          </a:p>
          <a:p>
            <a:pPr marL="12700" marR="1269">
              <a:lnSpc>
                <a:spcPts val="574"/>
              </a:lnSpc>
              <a:spcBef>
                <a:spcPts val="228"/>
              </a:spcBef>
            </a:pPr>
            <a:r>
              <a:rPr sz="500" spc="12" dirty="0">
                <a:solidFill>
                  <a:srgbClr val="4D72A8"/>
                </a:solidFill>
                <a:latin typeface="Arial"/>
                <a:cs typeface="Arial"/>
              </a:rPr>
              <a:t>Structure and Interpretation </a:t>
            </a:r>
            <a:endParaRPr sz="500">
              <a:latin typeface="Arial"/>
              <a:cs typeface="Arial"/>
            </a:endParaRPr>
          </a:p>
          <a:p>
            <a:pPr marL="12700" marR="1269">
              <a:lnSpc>
                <a:spcPts val="574"/>
              </a:lnSpc>
              <a:spcBef>
                <a:spcPts val="190"/>
              </a:spcBef>
            </a:pPr>
            <a:r>
              <a:rPr sz="500" spc="10" dirty="0">
                <a:solidFill>
                  <a:srgbClr val="4D72A8"/>
                </a:solidFill>
                <a:latin typeface="Arial"/>
                <a:cs typeface="Arial"/>
              </a:rPr>
              <a:t>of Computer  Programs</a:t>
            </a:r>
            <a:r>
              <a:rPr sz="500" spc="10" dirty="0">
                <a:solidFill>
                  <a:srgbClr val="6B80A3"/>
                </a:solidFill>
                <a:latin typeface="Arial"/>
                <a:cs typeface="Arial"/>
              </a:rPr>
              <a:t>..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ts val="560"/>
              </a:lnSpc>
              <a:spcBef>
                <a:spcPts val="218"/>
              </a:spcBef>
            </a:pPr>
            <a:r>
              <a:rPr sz="400" spc="-123" dirty="0">
                <a:solidFill>
                  <a:srgbClr val="A1A1A3"/>
                </a:solidFill>
                <a:latin typeface="Arial"/>
                <a:cs typeface="Arial"/>
              </a:rPr>
              <a:t>&gt;</a:t>
            </a:r>
            <a:r>
              <a:rPr sz="400" spc="-58" dirty="0">
                <a:solidFill>
                  <a:srgbClr val="A1A1A3"/>
                </a:solidFill>
                <a:latin typeface="Arial"/>
                <a:cs typeface="Arial"/>
              </a:rPr>
              <a:t>   </a:t>
            </a:r>
            <a:r>
              <a:rPr sz="400" spc="-40" dirty="0">
                <a:solidFill>
                  <a:srgbClr val="A1A1A3"/>
                </a:solidFill>
                <a:latin typeface="Arial"/>
                <a:cs typeface="Arial"/>
              </a:rPr>
              <a:t> </a:t>
            </a:r>
            <a:r>
              <a:rPr sz="500" spc="4" dirty="0">
                <a:solidFill>
                  <a:srgbClr val="4D72A8"/>
                </a:solidFill>
                <a:latin typeface="Arial"/>
                <a:cs typeface="Arial"/>
              </a:rPr>
              <a:t>Ge</a:t>
            </a:r>
            <a:r>
              <a:rPr sz="500" spc="0" dirty="0">
                <a:solidFill>
                  <a:srgbClr val="4D72A8"/>
                </a:solidFill>
                <a:latin typeface="Arial"/>
                <a:cs typeface="Arial"/>
              </a:rPr>
              <a:t>rald</a:t>
            </a:r>
            <a:r>
              <a:rPr sz="500" spc="-41" dirty="0">
                <a:solidFill>
                  <a:srgbClr val="4D72A8"/>
                </a:solidFill>
                <a:latin typeface="Arial"/>
                <a:cs typeface="Arial"/>
              </a:rPr>
              <a:t> </a:t>
            </a:r>
            <a:r>
              <a:rPr sz="500" spc="0" dirty="0">
                <a:solidFill>
                  <a:srgbClr val="4D72A8"/>
                </a:solidFill>
                <a:latin typeface="Arial"/>
                <a:cs typeface="Arial"/>
              </a:rPr>
              <a:t>J</a:t>
            </a:r>
            <a:r>
              <a:rPr sz="500" spc="4" dirty="0">
                <a:solidFill>
                  <a:srgbClr val="4D72A8"/>
                </a:solidFill>
                <a:latin typeface="Arial"/>
                <a:cs typeface="Arial"/>
              </a:rPr>
              <a:t>a</a:t>
            </a:r>
            <a:r>
              <a:rPr sz="500" spc="0" dirty="0">
                <a:solidFill>
                  <a:srgbClr val="4D72A8"/>
                </a:solidFill>
                <a:latin typeface="Arial"/>
                <a:cs typeface="Arial"/>
              </a:rPr>
              <a:t>y</a:t>
            </a:r>
            <a:r>
              <a:rPr sz="500" spc="-9" dirty="0">
                <a:solidFill>
                  <a:srgbClr val="4D72A8"/>
                </a:solidFill>
                <a:latin typeface="Arial"/>
                <a:cs typeface="Arial"/>
              </a:rPr>
              <a:t> </a:t>
            </a:r>
            <a:r>
              <a:rPr sz="500" spc="0" dirty="0">
                <a:solidFill>
                  <a:srgbClr val="4D72A8"/>
                </a:solidFill>
                <a:latin typeface="Arial"/>
                <a:cs typeface="Arial"/>
              </a:rPr>
              <a:t>S</a:t>
            </a:r>
            <a:r>
              <a:rPr sz="500" spc="4" dirty="0">
                <a:solidFill>
                  <a:srgbClr val="4D72A8"/>
                </a:solidFill>
                <a:latin typeface="Arial"/>
                <a:cs typeface="Arial"/>
              </a:rPr>
              <a:t>u</a:t>
            </a:r>
            <a:r>
              <a:rPr sz="500" spc="0" dirty="0">
                <a:solidFill>
                  <a:srgbClr val="4D72A8"/>
                </a:solidFill>
                <a:latin typeface="Arial"/>
                <a:cs typeface="Arial"/>
              </a:rPr>
              <a:t>ss</a:t>
            </a:r>
            <a:r>
              <a:rPr sz="500" spc="4" dirty="0">
                <a:solidFill>
                  <a:srgbClr val="4D72A8"/>
                </a:solidFill>
                <a:latin typeface="Arial"/>
                <a:cs typeface="Arial"/>
              </a:rPr>
              <a:t>m</a:t>
            </a:r>
            <a:r>
              <a:rPr sz="500" spc="0" dirty="0">
                <a:solidFill>
                  <a:srgbClr val="4D72A8"/>
                </a:solidFill>
                <a:latin typeface="Arial"/>
                <a:cs typeface="Arial"/>
              </a:rPr>
              <a:t>an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ts val="930"/>
              </a:lnSpc>
              <a:spcBef>
                <a:spcPts val="18"/>
              </a:spcBef>
            </a:pPr>
            <a:r>
              <a:rPr sz="900" b="1" spc="106" dirty="0">
                <a:solidFill>
                  <a:srgbClr val="DBA817"/>
                </a:solidFill>
                <a:latin typeface="Times New Roman"/>
                <a:cs typeface="Times New Roman"/>
              </a:rPr>
              <a:t>tte</a:t>
            </a:r>
            <a:r>
              <a:rPr sz="900" b="1" spc="106" dirty="0">
                <a:solidFill>
                  <a:srgbClr val="D4AC44"/>
                </a:solidFill>
                <a:latin typeface="Times New Roman"/>
                <a:cs typeface="Times New Roman"/>
              </a:rPr>
              <a:t>trtr</a:t>
            </a:r>
            <a:r>
              <a:rPr sz="900" b="1" spc="106" dirty="0">
                <a:solidFill>
                  <a:srgbClr val="4D72A8"/>
                </a:solidFill>
                <a:latin typeface="Times New Roman"/>
                <a:cs typeface="Times New Roman"/>
              </a:rPr>
              <a:t>5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33"/>
              </a:spcBef>
            </a:pPr>
            <a:r>
              <a:rPr sz="500" spc="-3" dirty="0">
                <a:solidFill>
                  <a:srgbClr val="696969"/>
                </a:solidFill>
                <a:latin typeface="Arial"/>
                <a:cs typeface="Arial"/>
              </a:rPr>
              <a:t>Paperback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25"/>
              </a:spcBef>
            </a:pPr>
            <a:r>
              <a:rPr sz="600" spc="37" dirty="0">
                <a:solidFill>
                  <a:srgbClr val="9E4D4D"/>
                </a:solidFill>
                <a:latin typeface="Times New Roman"/>
                <a:cs typeface="Times New Roman"/>
              </a:rPr>
              <a:t>$28</a:t>
            </a:r>
            <a:r>
              <a:rPr sz="600" spc="37" dirty="0">
                <a:solidFill>
                  <a:srgbClr val="956667"/>
                </a:solidFill>
                <a:latin typeface="Times New Roman"/>
                <a:cs typeface="Times New Roman"/>
              </a:rPr>
              <a:t>.</a:t>
            </a:r>
            <a:r>
              <a:rPr sz="600" spc="37" dirty="0">
                <a:solidFill>
                  <a:srgbClr val="9E4D4D"/>
                </a:solidFill>
                <a:latin typeface="Times New Roman"/>
                <a:cs typeface="Times New Roman"/>
              </a:rPr>
              <a:t>70 </a:t>
            </a:r>
            <a:r>
              <a:rPr sz="600" b="1" i="1" spc="37" dirty="0">
                <a:solidFill>
                  <a:srgbClr val="A19E70"/>
                </a:solidFill>
                <a:latin typeface="Times New Roman"/>
                <a:cs typeface="Times New Roman"/>
              </a:rPr>
              <a:t>P</a:t>
            </a:r>
            <a:r>
              <a:rPr sz="600" b="1" i="1" spc="37" dirty="0">
                <a:solidFill>
                  <a:srgbClr val="60A5BC"/>
                </a:solidFill>
                <a:latin typeface="Times New Roman"/>
                <a:cs typeface="Times New Roman"/>
              </a:rPr>
              <a:t>rime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2451" y="3895197"/>
            <a:ext cx="748141" cy="588562"/>
          </a:xfrm>
          <a:prstGeom prst="rect">
            <a:avLst/>
          </a:prstGeom>
        </p:spPr>
        <p:txBody>
          <a:bodyPr wrap="square" lIns="0" tIns="4445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500" spc="14" dirty="0">
                <a:solidFill>
                  <a:srgbClr val="4D72A8"/>
                </a:solidFill>
                <a:latin typeface="Arial"/>
                <a:cs typeface="Arial"/>
              </a:rPr>
              <a:t>The Little Schemer - 4th</a:t>
            </a:r>
            <a:endParaRPr sz="500">
              <a:latin typeface="Arial"/>
              <a:cs typeface="Arial"/>
            </a:endParaRPr>
          </a:p>
          <a:p>
            <a:pPr marL="15748">
              <a:lnSpc>
                <a:spcPct val="95825"/>
              </a:lnSpc>
              <a:spcBef>
                <a:spcPts val="215"/>
              </a:spcBef>
            </a:pPr>
            <a:r>
              <a:rPr sz="500" spc="6" dirty="0">
                <a:solidFill>
                  <a:srgbClr val="4D72A8"/>
                </a:solidFill>
                <a:latin typeface="Arial"/>
                <a:cs typeface="Arial"/>
              </a:rPr>
              <a:t>Ed</a:t>
            </a:r>
            <a:r>
              <a:rPr sz="500" spc="6" dirty="0">
                <a:solidFill>
                  <a:srgbClr val="6B80A3"/>
                </a:solidFill>
                <a:latin typeface="Arial"/>
                <a:cs typeface="Arial"/>
              </a:rPr>
              <a:t>i</a:t>
            </a:r>
            <a:r>
              <a:rPr sz="500" spc="6" dirty="0">
                <a:solidFill>
                  <a:srgbClr val="4D72A8"/>
                </a:solidFill>
                <a:latin typeface="Arial"/>
                <a:cs typeface="Arial"/>
              </a:rPr>
              <a:t>tion</a:t>
            </a:r>
            <a:endParaRPr sz="500">
              <a:latin typeface="Arial"/>
              <a:cs typeface="Arial"/>
            </a:endParaRPr>
          </a:p>
          <a:p>
            <a:pPr marL="15748">
              <a:lnSpc>
                <a:spcPct val="95825"/>
              </a:lnSpc>
              <a:spcBef>
                <a:spcPts val="170"/>
              </a:spcBef>
            </a:pPr>
            <a:r>
              <a:rPr sz="500" spc="-152" dirty="0">
                <a:solidFill>
                  <a:srgbClr val="A1A1A3"/>
                </a:solidFill>
                <a:latin typeface="Arial"/>
                <a:cs typeface="Arial"/>
              </a:rPr>
              <a:t>»</a:t>
            </a:r>
            <a:r>
              <a:rPr sz="500" spc="-76" dirty="0">
                <a:solidFill>
                  <a:srgbClr val="A1A1A3"/>
                </a:solidFill>
                <a:latin typeface="Arial"/>
                <a:cs typeface="Arial"/>
              </a:rPr>
              <a:t>  </a:t>
            </a:r>
            <a:r>
              <a:rPr sz="500" spc="-51" dirty="0">
                <a:solidFill>
                  <a:srgbClr val="A1A1A3"/>
                </a:solidFill>
                <a:latin typeface="Arial"/>
                <a:cs typeface="Arial"/>
              </a:rPr>
              <a:t> </a:t>
            </a:r>
            <a:r>
              <a:rPr sz="500" spc="0" dirty="0">
                <a:solidFill>
                  <a:srgbClr val="4D72A8"/>
                </a:solidFill>
                <a:latin typeface="Arial"/>
                <a:cs typeface="Arial"/>
              </a:rPr>
              <a:t>D</a:t>
            </a:r>
            <a:r>
              <a:rPr sz="500" spc="4" dirty="0">
                <a:solidFill>
                  <a:srgbClr val="4D72A8"/>
                </a:solidFill>
                <a:latin typeface="Arial"/>
                <a:cs typeface="Arial"/>
              </a:rPr>
              <a:t>a</a:t>
            </a:r>
            <a:r>
              <a:rPr sz="500" spc="0" dirty="0">
                <a:solidFill>
                  <a:srgbClr val="4D72A8"/>
                </a:solidFill>
                <a:latin typeface="Arial"/>
                <a:cs typeface="Arial"/>
              </a:rPr>
              <a:t>ni</a:t>
            </a:r>
            <a:r>
              <a:rPr sz="500" spc="4" dirty="0">
                <a:solidFill>
                  <a:srgbClr val="4D72A8"/>
                </a:solidFill>
                <a:latin typeface="Arial"/>
                <a:cs typeface="Arial"/>
              </a:rPr>
              <a:t>e</a:t>
            </a:r>
            <a:r>
              <a:rPr sz="500" spc="0" dirty="0">
                <a:solidFill>
                  <a:srgbClr val="4D72A8"/>
                </a:solidFill>
                <a:latin typeface="Arial"/>
                <a:cs typeface="Arial"/>
              </a:rPr>
              <a:t>l</a:t>
            </a:r>
            <a:r>
              <a:rPr sz="500" spc="-27" dirty="0">
                <a:solidFill>
                  <a:srgbClr val="4D72A8"/>
                </a:solidFill>
                <a:latin typeface="Arial"/>
                <a:cs typeface="Arial"/>
              </a:rPr>
              <a:t> </a:t>
            </a:r>
            <a:r>
              <a:rPr sz="500" b="1" spc="-75" dirty="0">
                <a:solidFill>
                  <a:srgbClr val="4D72A8"/>
                </a:solidFill>
                <a:latin typeface="Arial"/>
                <a:cs typeface="Arial"/>
              </a:rPr>
              <a:t>P.</a:t>
            </a:r>
            <a:r>
              <a:rPr sz="500" b="1" spc="-44" dirty="0">
                <a:solidFill>
                  <a:srgbClr val="4D72A8"/>
                </a:solidFill>
                <a:latin typeface="Arial"/>
                <a:cs typeface="Arial"/>
              </a:rPr>
              <a:t> </a:t>
            </a:r>
            <a:r>
              <a:rPr sz="500" b="1" spc="-24" dirty="0">
                <a:solidFill>
                  <a:srgbClr val="4D72A8"/>
                </a:solidFill>
                <a:latin typeface="Arial"/>
                <a:cs typeface="Arial"/>
              </a:rPr>
              <a:t> </a:t>
            </a:r>
            <a:r>
              <a:rPr sz="500" spc="0" dirty="0">
                <a:solidFill>
                  <a:srgbClr val="4D72A8"/>
                </a:solidFill>
                <a:latin typeface="Arial"/>
                <a:cs typeface="Arial"/>
              </a:rPr>
              <a:t>Fri</a:t>
            </a:r>
            <a:r>
              <a:rPr sz="500" spc="4" dirty="0">
                <a:solidFill>
                  <a:srgbClr val="4D72A8"/>
                </a:solidFill>
                <a:latin typeface="Arial"/>
                <a:cs typeface="Arial"/>
              </a:rPr>
              <a:t>e</a:t>
            </a:r>
            <a:r>
              <a:rPr sz="500" spc="0" dirty="0">
                <a:solidFill>
                  <a:srgbClr val="4D72A8"/>
                </a:solidFill>
                <a:latin typeface="Arial"/>
                <a:cs typeface="Arial"/>
              </a:rPr>
              <a:t>d</a:t>
            </a:r>
            <a:r>
              <a:rPr sz="500" spc="4" dirty="0">
                <a:solidFill>
                  <a:srgbClr val="4D72A8"/>
                </a:solidFill>
                <a:latin typeface="Arial"/>
                <a:cs typeface="Arial"/>
              </a:rPr>
              <a:t>m</a:t>
            </a:r>
            <a:r>
              <a:rPr sz="500" spc="0" dirty="0">
                <a:solidFill>
                  <a:srgbClr val="4D72A8"/>
                </a:solidFill>
                <a:latin typeface="Arial"/>
                <a:cs typeface="Arial"/>
              </a:rPr>
              <a:t>an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ts val="905"/>
              </a:lnSpc>
              <a:spcBef>
                <a:spcPts val="45"/>
              </a:spcBef>
            </a:pPr>
            <a:r>
              <a:rPr sz="800" spc="158" dirty="0">
                <a:solidFill>
                  <a:srgbClr val="DBA817"/>
                </a:solidFill>
                <a:latin typeface="Times New Roman"/>
                <a:cs typeface="Times New Roman"/>
              </a:rPr>
              <a:t>rte2e</a:t>
            </a:r>
            <a:r>
              <a:rPr sz="800" spc="158" dirty="0">
                <a:solidFill>
                  <a:srgbClr val="D4AC44"/>
                </a:solidFill>
                <a:latin typeface="Times New Roman"/>
                <a:cs typeface="Times New Roman"/>
              </a:rPr>
              <a:t>l</a:t>
            </a:r>
            <a:r>
              <a:rPr sz="800" spc="158" dirty="0">
                <a:solidFill>
                  <a:srgbClr val="4D72A8"/>
                </a:solidFill>
                <a:latin typeface="Times New Roman"/>
                <a:cs typeface="Times New Roman"/>
              </a:rPr>
              <a:t>64</a:t>
            </a:r>
            <a:endParaRPr sz="800">
              <a:latin typeface="Times New Roman"/>
              <a:cs typeface="Times New Roman"/>
            </a:endParaRPr>
          </a:p>
          <a:p>
            <a:pPr marL="15748">
              <a:lnSpc>
                <a:spcPct val="95825"/>
              </a:lnSpc>
              <a:spcBef>
                <a:spcPts val="54"/>
              </a:spcBef>
            </a:pPr>
            <a:r>
              <a:rPr sz="500" spc="-6" dirty="0">
                <a:solidFill>
                  <a:srgbClr val="696969"/>
                </a:solidFill>
                <a:latin typeface="Arial"/>
                <a:cs typeface="Arial"/>
              </a:rPr>
              <a:t>Paperback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25"/>
              </a:spcBef>
            </a:pPr>
            <a:r>
              <a:rPr sz="600" spc="36" dirty="0">
                <a:solidFill>
                  <a:srgbClr val="9E4D4D"/>
                </a:solidFill>
                <a:latin typeface="Times New Roman"/>
                <a:cs typeface="Times New Roman"/>
              </a:rPr>
              <a:t>$3</a:t>
            </a:r>
            <a:r>
              <a:rPr sz="600" spc="36" dirty="0">
                <a:solidFill>
                  <a:srgbClr val="973836"/>
                </a:solidFill>
                <a:latin typeface="Times New Roman"/>
                <a:cs typeface="Times New Roman"/>
              </a:rPr>
              <a:t>6</a:t>
            </a:r>
            <a:r>
              <a:rPr sz="600" spc="36" dirty="0">
                <a:solidFill>
                  <a:srgbClr val="956667"/>
                </a:solidFill>
                <a:latin typeface="Times New Roman"/>
                <a:cs typeface="Times New Roman"/>
              </a:rPr>
              <a:t>.</a:t>
            </a:r>
            <a:r>
              <a:rPr sz="600" spc="36" dirty="0">
                <a:solidFill>
                  <a:srgbClr val="9E4D4D"/>
                </a:solidFill>
                <a:latin typeface="Times New Roman"/>
                <a:cs typeface="Times New Roman"/>
              </a:rPr>
              <a:t>0</a:t>
            </a:r>
            <a:r>
              <a:rPr sz="600" spc="36" dirty="0">
                <a:solidFill>
                  <a:srgbClr val="973836"/>
                </a:solidFill>
                <a:latin typeface="Times New Roman"/>
                <a:cs typeface="Times New Roman"/>
              </a:rPr>
              <a:t>0 </a:t>
            </a:r>
            <a:r>
              <a:rPr sz="600" b="1" i="1" spc="36" dirty="0">
                <a:solidFill>
                  <a:srgbClr val="A19E70"/>
                </a:solidFill>
                <a:latin typeface="Times New Roman"/>
                <a:cs typeface="Times New Roman"/>
              </a:rPr>
              <a:t>P</a:t>
            </a:r>
            <a:r>
              <a:rPr sz="600" b="1" i="1" spc="36" dirty="0">
                <a:solidFill>
                  <a:srgbClr val="60A5BC"/>
                </a:solidFill>
                <a:latin typeface="Times New Roman"/>
                <a:cs typeface="Times New Roman"/>
              </a:rPr>
              <a:t>rime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21355" y="3895197"/>
            <a:ext cx="701989" cy="689146"/>
          </a:xfrm>
          <a:prstGeom prst="rect">
            <a:avLst/>
          </a:prstGeom>
        </p:spPr>
        <p:txBody>
          <a:bodyPr wrap="square" lIns="0" tIns="4445" rIns="0" bIns="0" rtlCol="0">
            <a:noAutofit/>
          </a:bodyPr>
          <a:lstStyle/>
          <a:p>
            <a:pPr marL="12700" marR="1747" indent="0">
              <a:lnSpc>
                <a:spcPts val="574"/>
              </a:lnSpc>
            </a:pPr>
            <a:r>
              <a:rPr sz="500" spc="15" dirty="0">
                <a:solidFill>
                  <a:srgbClr val="4D72A8"/>
                </a:solidFill>
                <a:latin typeface="Arial"/>
                <a:cs typeface="Arial"/>
              </a:rPr>
              <a:t>The Pragmat</a:t>
            </a:r>
            <a:r>
              <a:rPr sz="500" spc="15" dirty="0">
                <a:solidFill>
                  <a:srgbClr val="6B80A3"/>
                </a:solidFill>
                <a:latin typeface="Arial"/>
                <a:cs typeface="Arial"/>
              </a:rPr>
              <a:t>i</a:t>
            </a:r>
            <a:r>
              <a:rPr sz="500" spc="15" dirty="0">
                <a:solidFill>
                  <a:srgbClr val="4D72A8"/>
                </a:solidFill>
                <a:latin typeface="Arial"/>
                <a:cs typeface="Arial"/>
              </a:rPr>
              <a:t>c </a:t>
            </a:r>
            <a:endParaRPr sz="500">
              <a:latin typeface="Arial"/>
              <a:cs typeface="Arial"/>
            </a:endParaRPr>
          </a:p>
          <a:p>
            <a:pPr marL="12700" marR="1747">
              <a:lnSpc>
                <a:spcPts val="574"/>
              </a:lnSpc>
              <a:spcBef>
                <a:spcPts val="209"/>
              </a:spcBef>
            </a:pPr>
            <a:r>
              <a:rPr sz="500" spc="5" dirty="0">
                <a:solidFill>
                  <a:srgbClr val="4D72A8"/>
                </a:solidFill>
                <a:latin typeface="Arial"/>
                <a:cs typeface="Arial"/>
              </a:rPr>
              <a:t>Programmer:  From </a:t>
            </a:r>
            <a:endParaRPr sz="500">
              <a:latin typeface="Arial"/>
              <a:cs typeface="Arial"/>
            </a:endParaRPr>
          </a:p>
          <a:p>
            <a:pPr marL="12700" marR="1747">
              <a:lnSpc>
                <a:spcPts val="574"/>
              </a:lnSpc>
              <a:spcBef>
                <a:spcPts val="209"/>
              </a:spcBef>
            </a:pPr>
            <a:r>
              <a:rPr sz="500" spc="10" dirty="0">
                <a:solidFill>
                  <a:srgbClr val="4D72A8"/>
                </a:solidFill>
                <a:latin typeface="Arial"/>
                <a:cs typeface="Arial"/>
              </a:rPr>
              <a:t>Journeyman  to Master </a:t>
            </a:r>
            <a:endParaRPr sz="500">
              <a:latin typeface="Arial"/>
              <a:cs typeface="Arial"/>
            </a:endParaRPr>
          </a:p>
          <a:p>
            <a:pPr marL="12700" marR="1747">
              <a:lnSpc>
                <a:spcPts val="574"/>
              </a:lnSpc>
              <a:spcBef>
                <a:spcPts val="209"/>
              </a:spcBef>
            </a:pPr>
            <a:r>
              <a:rPr sz="500" spc="30" dirty="0">
                <a:solidFill>
                  <a:srgbClr val="4D72A8"/>
                </a:solidFill>
                <a:latin typeface="Arial"/>
                <a:cs typeface="Arial"/>
              </a:rPr>
              <a:t>Andrew Hunt</a:t>
            </a:r>
            <a:endParaRPr sz="500">
              <a:latin typeface="Arial"/>
              <a:cs typeface="Arial"/>
            </a:endParaRPr>
          </a:p>
          <a:p>
            <a:pPr marL="15748">
              <a:lnSpc>
                <a:spcPts val="650"/>
              </a:lnSpc>
              <a:spcBef>
                <a:spcPts val="241"/>
              </a:spcBef>
            </a:pPr>
            <a:r>
              <a:rPr sz="800" spc="146" dirty="0">
                <a:solidFill>
                  <a:srgbClr val="DBA817"/>
                </a:solidFill>
                <a:latin typeface="Arial"/>
                <a:cs typeface="Arial"/>
              </a:rPr>
              <a:t>teete</a:t>
            </a:r>
            <a:r>
              <a:rPr sz="800" spc="146" dirty="0">
                <a:solidFill>
                  <a:srgbClr val="D4AC44"/>
                </a:solidFill>
                <a:latin typeface="Arial"/>
                <a:cs typeface="Arial"/>
              </a:rPr>
              <a:t>k </a:t>
            </a:r>
            <a:r>
              <a:rPr sz="600" spc="-8" dirty="0">
                <a:solidFill>
                  <a:srgbClr val="4D72A8"/>
                </a:solidFill>
                <a:latin typeface="Times New Roman"/>
                <a:cs typeface="Times New Roman"/>
              </a:rPr>
              <a:t>328</a:t>
            </a: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97"/>
              </a:spcBef>
            </a:pPr>
            <a:r>
              <a:rPr sz="500" spc="-3" dirty="0">
                <a:solidFill>
                  <a:srgbClr val="696969"/>
                </a:solidFill>
                <a:latin typeface="Arial"/>
                <a:cs typeface="Arial"/>
              </a:rPr>
              <a:t>Paperback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25"/>
              </a:spcBef>
            </a:pPr>
            <a:r>
              <a:rPr sz="600" spc="34" dirty="0">
                <a:solidFill>
                  <a:srgbClr val="9E4D4D"/>
                </a:solidFill>
                <a:latin typeface="Times New Roman"/>
                <a:cs typeface="Times New Roman"/>
              </a:rPr>
              <a:t>$32</a:t>
            </a:r>
            <a:r>
              <a:rPr sz="600" spc="34" dirty="0">
                <a:solidFill>
                  <a:srgbClr val="956667"/>
                </a:solidFill>
                <a:latin typeface="Times New Roman"/>
                <a:cs typeface="Times New Roman"/>
              </a:rPr>
              <a:t>.</a:t>
            </a:r>
            <a:r>
              <a:rPr sz="600" spc="34" dirty="0">
                <a:solidFill>
                  <a:srgbClr val="9E4D4D"/>
                </a:solidFill>
                <a:latin typeface="Times New Roman"/>
                <a:cs typeface="Times New Roman"/>
              </a:rPr>
              <a:t>59 </a:t>
            </a:r>
            <a:r>
              <a:rPr sz="600" b="1" i="1" spc="34" dirty="0">
                <a:solidFill>
                  <a:srgbClr val="A19E70"/>
                </a:solidFill>
                <a:latin typeface="Times New Roman"/>
                <a:cs typeface="Times New Roman"/>
              </a:rPr>
              <a:t>P</a:t>
            </a:r>
            <a:r>
              <a:rPr sz="600" b="1" i="1" spc="34" dirty="0">
                <a:solidFill>
                  <a:srgbClr val="60A5BC"/>
                </a:solidFill>
                <a:latin typeface="Times New Roman"/>
                <a:cs typeface="Times New Roman"/>
              </a:rPr>
              <a:t>rime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69283" y="3895197"/>
            <a:ext cx="872935" cy="811066"/>
          </a:xfrm>
          <a:prstGeom prst="rect">
            <a:avLst/>
          </a:prstGeom>
        </p:spPr>
        <p:txBody>
          <a:bodyPr wrap="square" lIns="0" tIns="4445" rIns="0" bIns="0" rtlCol="0">
            <a:noAutofit/>
          </a:bodyPr>
          <a:lstStyle/>
          <a:p>
            <a:pPr marL="15748" marR="17241">
              <a:lnSpc>
                <a:spcPct val="95825"/>
              </a:lnSpc>
            </a:pPr>
            <a:r>
              <a:rPr sz="500" spc="12" dirty="0">
                <a:solidFill>
                  <a:srgbClr val="4D72A8"/>
                </a:solidFill>
                <a:latin typeface="Arial"/>
                <a:cs typeface="Arial"/>
              </a:rPr>
              <a:t>Introduction to Algorithms</a:t>
            </a:r>
            <a:r>
              <a:rPr sz="500" spc="12" dirty="0">
                <a:solidFill>
                  <a:srgbClr val="6B80A3"/>
                </a:solidFill>
                <a:latin typeface="Arial"/>
                <a:cs typeface="Arial"/>
              </a:rPr>
              <a:t>,</a:t>
            </a:r>
            <a:endParaRPr sz="500">
              <a:latin typeface="Arial"/>
              <a:cs typeface="Arial"/>
            </a:endParaRPr>
          </a:p>
          <a:p>
            <a:pPr marL="12700" marR="17241">
              <a:lnSpc>
                <a:spcPct val="95825"/>
              </a:lnSpc>
              <a:spcBef>
                <a:spcPts val="215"/>
              </a:spcBef>
            </a:pPr>
            <a:r>
              <a:rPr sz="500" spc="15" dirty="0">
                <a:solidFill>
                  <a:srgbClr val="4D72A8"/>
                </a:solidFill>
                <a:latin typeface="Arial"/>
                <a:cs typeface="Arial"/>
              </a:rPr>
              <a:t>3rd Edition (MIT Press)</a:t>
            </a:r>
            <a:endParaRPr sz="500">
              <a:latin typeface="Arial"/>
              <a:cs typeface="Arial"/>
            </a:endParaRPr>
          </a:p>
          <a:p>
            <a:pPr marL="12700" marR="17241">
              <a:lnSpc>
                <a:spcPct val="95825"/>
              </a:lnSpc>
              <a:spcBef>
                <a:spcPts val="170"/>
              </a:spcBef>
            </a:pPr>
            <a:r>
              <a:rPr sz="500" spc="-164" dirty="0">
                <a:solidFill>
                  <a:srgbClr val="A1A1A3"/>
                </a:solidFill>
                <a:latin typeface="Arial"/>
                <a:cs typeface="Arial"/>
              </a:rPr>
              <a:t>»</a:t>
            </a:r>
            <a:r>
              <a:rPr sz="500" spc="-81" dirty="0">
                <a:solidFill>
                  <a:srgbClr val="A1A1A3"/>
                </a:solidFill>
                <a:latin typeface="Arial"/>
                <a:cs typeface="Arial"/>
              </a:rPr>
              <a:t>  </a:t>
            </a:r>
            <a:r>
              <a:rPr sz="500" spc="-53" dirty="0">
                <a:solidFill>
                  <a:srgbClr val="A1A1A3"/>
                </a:solidFill>
                <a:latin typeface="Arial"/>
                <a:cs typeface="Arial"/>
              </a:rPr>
              <a:t> </a:t>
            </a:r>
            <a:r>
              <a:rPr sz="500" spc="0" dirty="0">
                <a:solidFill>
                  <a:srgbClr val="4D72A8"/>
                </a:solidFill>
                <a:latin typeface="Arial"/>
                <a:cs typeface="Arial"/>
              </a:rPr>
              <a:t>T</a:t>
            </a:r>
            <a:r>
              <a:rPr sz="500" spc="4" dirty="0">
                <a:solidFill>
                  <a:srgbClr val="4D72A8"/>
                </a:solidFill>
                <a:latin typeface="Arial"/>
                <a:cs typeface="Arial"/>
              </a:rPr>
              <a:t>h</a:t>
            </a:r>
            <a:r>
              <a:rPr sz="500" spc="0" dirty="0">
                <a:solidFill>
                  <a:srgbClr val="4D72A8"/>
                </a:solidFill>
                <a:latin typeface="Arial"/>
                <a:cs typeface="Arial"/>
              </a:rPr>
              <a:t>o</a:t>
            </a:r>
            <a:r>
              <a:rPr sz="500" spc="4" dirty="0">
                <a:solidFill>
                  <a:srgbClr val="4D72A8"/>
                </a:solidFill>
                <a:latin typeface="Arial"/>
                <a:cs typeface="Arial"/>
              </a:rPr>
              <a:t>ma</a:t>
            </a:r>
            <a:r>
              <a:rPr sz="500" spc="0" dirty="0">
                <a:solidFill>
                  <a:srgbClr val="4D72A8"/>
                </a:solidFill>
                <a:latin typeface="Arial"/>
                <a:cs typeface="Arial"/>
              </a:rPr>
              <a:t>s</a:t>
            </a:r>
            <a:r>
              <a:rPr sz="500" spc="13" dirty="0">
                <a:solidFill>
                  <a:srgbClr val="4D72A8"/>
                </a:solidFill>
                <a:latin typeface="Arial"/>
                <a:cs typeface="Arial"/>
              </a:rPr>
              <a:t> </a:t>
            </a:r>
            <a:r>
              <a:rPr sz="500" spc="0" dirty="0">
                <a:solidFill>
                  <a:srgbClr val="4D72A8"/>
                </a:solidFill>
                <a:latin typeface="Arial"/>
                <a:cs typeface="Arial"/>
              </a:rPr>
              <a:t>H</a:t>
            </a:r>
            <a:r>
              <a:rPr sz="500" spc="0" dirty="0">
                <a:solidFill>
                  <a:srgbClr val="8589A5"/>
                </a:solidFill>
                <a:latin typeface="Arial"/>
                <a:cs typeface="Arial"/>
              </a:rPr>
              <a:t>.</a:t>
            </a:r>
            <a:r>
              <a:rPr sz="500" spc="-14" dirty="0">
                <a:solidFill>
                  <a:srgbClr val="8589A5"/>
                </a:solidFill>
                <a:latin typeface="Arial"/>
                <a:cs typeface="Arial"/>
              </a:rPr>
              <a:t> </a:t>
            </a:r>
            <a:r>
              <a:rPr sz="500" spc="0" dirty="0">
                <a:solidFill>
                  <a:srgbClr val="4D72A8"/>
                </a:solidFill>
                <a:latin typeface="Arial"/>
                <a:cs typeface="Arial"/>
              </a:rPr>
              <a:t>Cor</a:t>
            </a:r>
            <a:r>
              <a:rPr sz="500" spc="4" dirty="0">
                <a:solidFill>
                  <a:srgbClr val="4D72A8"/>
                </a:solidFill>
                <a:latin typeface="Arial"/>
                <a:cs typeface="Arial"/>
              </a:rPr>
              <a:t>m</a:t>
            </a:r>
            <a:r>
              <a:rPr sz="500" spc="0" dirty="0">
                <a:solidFill>
                  <a:srgbClr val="4D72A8"/>
                </a:solidFill>
                <a:latin typeface="Arial"/>
                <a:cs typeface="Arial"/>
              </a:rPr>
              <a:t>en</a:t>
            </a:r>
            <a:endParaRPr sz="500">
              <a:latin typeface="Arial"/>
              <a:cs typeface="Arial"/>
            </a:endParaRPr>
          </a:p>
          <a:p>
            <a:pPr marL="15748" marR="17241">
              <a:lnSpc>
                <a:spcPct val="95825"/>
              </a:lnSpc>
              <a:spcBef>
                <a:spcPts val="125"/>
              </a:spcBef>
            </a:pPr>
            <a:r>
              <a:rPr sz="600" spc="344" dirty="0">
                <a:solidFill>
                  <a:srgbClr val="DBA817"/>
                </a:solidFill>
                <a:latin typeface="Times New Roman"/>
                <a:cs typeface="Times New Roman"/>
              </a:rPr>
              <a:t>pert</a:t>
            </a:r>
            <a:r>
              <a:rPr sz="600" spc="344" dirty="0">
                <a:solidFill>
                  <a:srgbClr val="4D72A8"/>
                </a:solidFill>
                <a:latin typeface="Times New Roman"/>
                <a:cs typeface="Times New Roman"/>
              </a:rPr>
              <a:t>313</a:t>
            </a: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105"/>
              </a:spcBef>
            </a:pPr>
            <a:r>
              <a:rPr sz="900" b="1" spc="150" dirty="0">
                <a:solidFill>
                  <a:srgbClr val="DB791A"/>
                </a:solidFill>
                <a:latin typeface="Arial"/>
                <a:cs typeface="Arial"/>
              </a:rPr>
              <a:t>GEE7I</a:t>
            </a:r>
            <a:r>
              <a:rPr sz="800" spc="150" dirty="0">
                <a:solidFill>
                  <a:srgbClr val="696969"/>
                </a:solidFill>
                <a:latin typeface="Arial"/>
                <a:cs typeface="Arial"/>
              </a:rPr>
              <a:t>« </a:t>
            </a:r>
            <a:r>
              <a:rPr sz="900" spc="161" dirty="0">
                <a:solidFill>
                  <a:srgbClr val="4D72A8"/>
                </a:solidFill>
                <a:latin typeface="Times New Roman"/>
                <a:cs typeface="Times New Roman"/>
              </a:rPr>
              <a:t>coo.</a:t>
            </a:r>
            <a:endParaRPr sz="900">
              <a:latin typeface="Times New Roman"/>
              <a:cs typeface="Times New Roman"/>
            </a:endParaRPr>
          </a:p>
          <a:p>
            <a:pPr marL="12700" marR="17241">
              <a:lnSpc>
                <a:spcPct val="95825"/>
              </a:lnSpc>
              <a:spcBef>
                <a:spcPts val="30"/>
              </a:spcBef>
            </a:pPr>
            <a:r>
              <a:rPr sz="500" spc="0" dirty="0">
                <a:solidFill>
                  <a:srgbClr val="4D72A8"/>
                </a:solidFill>
                <a:latin typeface="Arial"/>
                <a:cs typeface="Arial"/>
              </a:rPr>
              <a:t>Algorithms</a:t>
            </a:r>
            <a:endParaRPr sz="500">
              <a:latin typeface="Arial"/>
              <a:cs typeface="Arial"/>
            </a:endParaRPr>
          </a:p>
          <a:p>
            <a:pPr marL="15748" marR="17241">
              <a:lnSpc>
                <a:spcPct val="95825"/>
              </a:lnSpc>
              <a:spcBef>
                <a:spcPts val="190"/>
              </a:spcBef>
            </a:pPr>
            <a:r>
              <a:rPr sz="500" spc="0" dirty="0">
                <a:solidFill>
                  <a:srgbClr val="696969"/>
                </a:solidFill>
                <a:latin typeface="Arial"/>
                <a:cs typeface="Arial"/>
              </a:rPr>
              <a:t>Hardcover</a:t>
            </a:r>
            <a:endParaRPr sz="500">
              <a:latin typeface="Arial"/>
              <a:cs typeface="Arial"/>
            </a:endParaRPr>
          </a:p>
          <a:p>
            <a:pPr marL="12700" marR="17241">
              <a:lnSpc>
                <a:spcPct val="95825"/>
              </a:lnSpc>
              <a:spcBef>
                <a:spcPts val="125"/>
              </a:spcBef>
            </a:pPr>
            <a:r>
              <a:rPr sz="600" spc="36" dirty="0">
                <a:solidFill>
                  <a:srgbClr val="9E4D4D"/>
                </a:solidFill>
                <a:latin typeface="Times New Roman"/>
                <a:cs typeface="Times New Roman"/>
              </a:rPr>
              <a:t>$6</a:t>
            </a:r>
            <a:r>
              <a:rPr sz="600" spc="36" dirty="0">
                <a:solidFill>
                  <a:srgbClr val="973836"/>
                </a:solidFill>
                <a:latin typeface="Times New Roman"/>
                <a:cs typeface="Times New Roman"/>
              </a:rPr>
              <a:t>6</a:t>
            </a:r>
            <a:r>
              <a:rPr sz="600" spc="36" dirty="0">
                <a:solidFill>
                  <a:srgbClr val="956667"/>
                </a:solidFill>
                <a:latin typeface="Times New Roman"/>
                <a:cs typeface="Times New Roman"/>
              </a:rPr>
              <a:t>.</a:t>
            </a:r>
            <a:r>
              <a:rPr sz="600" spc="36" dirty="0">
                <a:solidFill>
                  <a:srgbClr val="9E4D4D"/>
                </a:solidFill>
                <a:latin typeface="Times New Roman"/>
                <a:cs typeface="Times New Roman"/>
              </a:rPr>
              <a:t>32 </a:t>
            </a:r>
            <a:r>
              <a:rPr sz="600" b="1" i="1" spc="36" dirty="0">
                <a:solidFill>
                  <a:srgbClr val="A19E70"/>
                </a:solidFill>
                <a:latin typeface="Times New Roman"/>
                <a:cs typeface="Times New Roman"/>
              </a:rPr>
              <a:t>P</a:t>
            </a:r>
            <a:r>
              <a:rPr sz="600" b="1" i="1" spc="36" dirty="0">
                <a:solidFill>
                  <a:srgbClr val="60A5BC"/>
                </a:solidFill>
                <a:latin typeface="Times New Roman"/>
                <a:cs typeface="Times New Roman"/>
              </a:rPr>
              <a:t>rime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7211" y="3895197"/>
            <a:ext cx="762805" cy="689146"/>
          </a:xfrm>
          <a:prstGeom prst="rect">
            <a:avLst/>
          </a:prstGeom>
        </p:spPr>
        <p:txBody>
          <a:bodyPr wrap="square" lIns="0" tIns="4445" rIns="0" bIns="0" rtlCol="0">
            <a:noAutofit/>
          </a:bodyPr>
          <a:lstStyle/>
          <a:p>
            <a:pPr marL="12700" marR="1747">
              <a:lnSpc>
                <a:spcPts val="574"/>
              </a:lnSpc>
            </a:pPr>
            <a:r>
              <a:rPr sz="500" spc="15" dirty="0">
                <a:solidFill>
                  <a:srgbClr val="4D72A8"/>
                </a:solidFill>
                <a:latin typeface="Arial"/>
                <a:cs typeface="Arial"/>
              </a:rPr>
              <a:t>An </a:t>
            </a:r>
            <a:r>
              <a:rPr sz="500" spc="15" dirty="0">
                <a:solidFill>
                  <a:srgbClr val="1C6DAC"/>
                </a:solidFill>
                <a:latin typeface="Arial"/>
                <a:cs typeface="Arial"/>
              </a:rPr>
              <a:t>I</a:t>
            </a:r>
            <a:r>
              <a:rPr sz="500" spc="15" dirty="0">
                <a:solidFill>
                  <a:srgbClr val="4D72A8"/>
                </a:solidFill>
                <a:latin typeface="Arial"/>
                <a:cs typeface="Arial"/>
              </a:rPr>
              <a:t>ntroduction to </a:t>
            </a:r>
            <a:endParaRPr sz="500">
              <a:latin typeface="Arial"/>
              <a:cs typeface="Arial"/>
            </a:endParaRPr>
          </a:p>
          <a:p>
            <a:pPr marL="12700" marR="1747">
              <a:lnSpc>
                <a:spcPts val="574"/>
              </a:lnSpc>
              <a:spcBef>
                <a:spcPts val="217"/>
              </a:spcBef>
            </a:pPr>
            <a:r>
              <a:rPr sz="500" spc="7" dirty="0">
                <a:solidFill>
                  <a:srgbClr val="4D72A8"/>
                </a:solidFill>
                <a:latin typeface="Arial"/>
                <a:cs typeface="Arial"/>
              </a:rPr>
              <a:t>Functional  Programming </a:t>
            </a:r>
            <a:endParaRPr sz="500">
              <a:latin typeface="Arial"/>
              <a:cs typeface="Arial"/>
            </a:endParaRPr>
          </a:p>
          <a:p>
            <a:pPr marL="12700" marR="1747">
              <a:lnSpc>
                <a:spcPts val="574"/>
              </a:lnSpc>
              <a:spcBef>
                <a:spcPts val="217"/>
              </a:spcBef>
            </a:pPr>
            <a:r>
              <a:rPr sz="500" spc="9" dirty="0">
                <a:solidFill>
                  <a:srgbClr val="4D72A8"/>
                </a:solidFill>
                <a:latin typeface="Arial"/>
                <a:cs typeface="Arial"/>
              </a:rPr>
              <a:t>Through  Lambda</a:t>
            </a:r>
            <a:r>
              <a:rPr sz="500" spc="9" dirty="0">
                <a:solidFill>
                  <a:srgbClr val="6B80A3"/>
                </a:solidFill>
                <a:latin typeface="Arial"/>
                <a:cs typeface="Arial"/>
              </a:rPr>
              <a:t>..</a:t>
            </a:r>
            <a:endParaRPr sz="500">
              <a:latin typeface="Arial"/>
              <a:cs typeface="Arial"/>
            </a:endParaRPr>
          </a:p>
          <a:p>
            <a:pPr marL="15748">
              <a:lnSpc>
                <a:spcPts val="535"/>
              </a:lnSpc>
              <a:spcBef>
                <a:spcPts val="244"/>
              </a:spcBef>
            </a:pPr>
            <a:r>
              <a:rPr sz="500" spc="-152" dirty="0">
                <a:solidFill>
                  <a:srgbClr val="A1A1A3"/>
                </a:solidFill>
                <a:latin typeface="Arial"/>
                <a:cs typeface="Arial"/>
              </a:rPr>
              <a:t>»</a:t>
            </a:r>
            <a:r>
              <a:rPr sz="500" spc="-76" dirty="0">
                <a:solidFill>
                  <a:srgbClr val="A1A1A3"/>
                </a:solidFill>
                <a:latin typeface="Arial"/>
                <a:cs typeface="Arial"/>
              </a:rPr>
              <a:t>  </a:t>
            </a:r>
            <a:r>
              <a:rPr sz="500" spc="-51" dirty="0">
                <a:solidFill>
                  <a:srgbClr val="A1A1A3"/>
                </a:solidFill>
                <a:latin typeface="Arial"/>
                <a:cs typeface="Arial"/>
              </a:rPr>
              <a:t> </a:t>
            </a:r>
            <a:r>
              <a:rPr sz="500" spc="4" dirty="0">
                <a:solidFill>
                  <a:srgbClr val="4D72A8"/>
                </a:solidFill>
                <a:latin typeface="Arial"/>
                <a:cs typeface="Arial"/>
              </a:rPr>
              <a:t>G</a:t>
            </a:r>
            <a:r>
              <a:rPr sz="500" spc="0" dirty="0">
                <a:solidFill>
                  <a:srgbClr val="4D72A8"/>
                </a:solidFill>
                <a:latin typeface="Arial"/>
                <a:cs typeface="Arial"/>
              </a:rPr>
              <a:t>reg</a:t>
            </a:r>
            <a:r>
              <a:rPr sz="500" spc="-3" dirty="0">
                <a:solidFill>
                  <a:srgbClr val="4D72A8"/>
                </a:solidFill>
                <a:latin typeface="Arial"/>
                <a:cs typeface="Arial"/>
              </a:rPr>
              <a:t> </a:t>
            </a:r>
            <a:r>
              <a:rPr sz="500" spc="0" dirty="0">
                <a:solidFill>
                  <a:srgbClr val="4D72A8"/>
                </a:solidFill>
                <a:latin typeface="Arial"/>
                <a:cs typeface="Arial"/>
              </a:rPr>
              <a:t>Mic</a:t>
            </a:r>
            <a:r>
              <a:rPr sz="500" spc="4" dirty="0">
                <a:solidFill>
                  <a:srgbClr val="4D72A8"/>
                </a:solidFill>
                <a:latin typeface="Arial"/>
                <a:cs typeface="Arial"/>
              </a:rPr>
              <a:t>h</a:t>
            </a:r>
            <a:r>
              <a:rPr sz="500" spc="0" dirty="0">
                <a:solidFill>
                  <a:srgbClr val="4D72A8"/>
                </a:solidFill>
                <a:latin typeface="Arial"/>
                <a:cs typeface="Arial"/>
              </a:rPr>
              <a:t>a</a:t>
            </a:r>
            <a:r>
              <a:rPr sz="500" spc="4" dirty="0">
                <a:solidFill>
                  <a:srgbClr val="4D72A8"/>
                </a:solidFill>
                <a:latin typeface="Arial"/>
                <a:cs typeface="Arial"/>
              </a:rPr>
              <a:t>e</a:t>
            </a:r>
            <a:r>
              <a:rPr sz="500" spc="0" dirty="0">
                <a:solidFill>
                  <a:srgbClr val="4D72A8"/>
                </a:solidFill>
                <a:latin typeface="Arial"/>
                <a:cs typeface="Arial"/>
              </a:rPr>
              <a:t>lson</a:t>
            </a:r>
            <a:endParaRPr sz="500">
              <a:latin typeface="Arial"/>
              <a:cs typeface="Arial"/>
            </a:endParaRPr>
          </a:p>
          <a:p>
            <a:pPr marL="15747">
              <a:lnSpc>
                <a:spcPts val="860"/>
              </a:lnSpc>
              <a:spcBef>
                <a:spcPts val="16"/>
              </a:spcBef>
            </a:pPr>
            <a:r>
              <a:rPr sz="800" b="1" spc="287" dirty="0">
                <a:solidFill>
                  <a:srgbClr val="DBA817"/>
                </a:solidFill>
                <a:latin typeface="Times New Roman"/>
                <a:cs typeface="Times New Roman"/>
              </a:rPr>
              <a:t>pert</a:t>
            </a:r>
            <a:r>
              <a:rPr sz="800" b="1" spc="287" dirty="0">
                <a:solidFill>
                  <a:srgbClr val="4D72A8"/>
                </a:solidFill>
                <a:latin typeface="Times New Roman"/>
                <a:cs typeface="Times New Roman"/>
              </a:rPr>
              <a:t>23</a:t>
            </a:r>
            <a:endParaRPr sz="800">
              <a:latin typeface="Times New Roman"/>
              <a:cs typeface="Times New Roman"/>
            </a:endParaRPr>
          </a:p>
          <a:p>
            <a:pPr marL="15747">
              <a:lnSpc>
                <a:spcPct val="95825"/>
              </a:lnSpc>
              <a:spcBef>
                <a:spcPts val="107"/>
              </a:spcBef>
            </a:pPr>
            <a:r>
              <a:rPr sz="500" spc="-5" dirty="0">
                <a:solidFill>
                  <a:srgbClr val="696969"/>
                </a:solidFill>
                <a:latin typeface="Arial"/>
                <a:cs typeface="Arial"/>
              </a:rPr>
              <a:t>Paperback</a:t>
            </a:r>
            <a:endParaRPr sz="500">
              <a:latin typeface="Arial"/>
              <a:cs typeface="Arial"/>
            </a:endParaRPr>
          </a:p>
          <a:p>
            <a:pPr marL="15747">
              <a:lnSpc>
                <a:spcPct val="95825"/>
              </a:lnSpc>
              <a:spcBef>
                <a:spcPts val="125"/>
              </a:spcBef>
            </a:pPr>
            <a:r>
              <a:rPr sz="600" spc="34" dirty="0">
                <a:solidFill>
                  <a:srgbClr val="9E4D4D"/>
                </a:solidFill>
                <a:latin typeface="Times New Roman"/>
                <a:cs typeface="Times New Roman"/>
              </a:rPr>
              <a:t>$20</a:t>
            </a:r>
            <a:r>
              <a:rPr sz="600" spc="34" dirty="0">
                <a:solidFill>
                  <a:srgbClr val="956667"/>
                </a:solidFill>
                <a:latin typeface="Times New Roman"/>
                <a:cs typeface="Times New Roman"/>
              </a:rPr>
              <a:t>.</a:t>
            </a:r>
            <a:r>
              <a:rPr sz="600" spc="34" dirty="0">
                <a:solidFill>
                  <a:srgbClr val="9E4D4D"/>
                </a:solidFill>
                <a:latin typeface="Times New Roman"/>
                <a:cs typeface="Times New Roman"/>
              </a:rPr>
              <a:t>70 </a:t>
            </a:r>
            <a:r>
              <a:rPr sz="600" b="1" i="1" spc="34" dirty="0">
                <a:solidFill>
                  <a:srgbClr val="A19E70"/>
                </a:solidFill>
                <a:latin typeface="Times New Roman"/>
                <a:cs typeface="Times New Roman"/>
              </a:rPr>
              <a:t>P</a:t>
            </a:r>
            <a:r>
              <a:rPr sz="600" b="1" i="1" spc="34" dirty="0">
                <a:solidFill>
                  <a:srgbClr val="60A5BC"/>
                </a:solidFill>
                <a:latin typeface="Times New Roman"/>
                <a:cs typeface="Times New Roman"/>
              </a:rPr>
              <a:t>rime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68187" y="3895197"/>
            <a:ext cx="707770" cy="585514"/>
          </a:xfrm>
          <a:prstGeom prst="rect">
            <a:avLst/>
          </a:prstGeom>
        </p:spPr>
        <p:txBody>
          <a:bodyPr wrap="square" lIns="0" tIns="4445" rIns="0" bIns="0" rtlCol="0">
            <a:noAutofit/>
          </a:bodyPr>
          <a:lstStyle/>
          <a:p>
            <a:pPr marL="15748">
              <a:lnSpc>
                <a:spcPct val="95825"/>
              </a:lnSpc>
            </a:pPr>
            <a:r>
              <a:rPr sz="500" spc="5" dirty="0">
                <a:solidFill>
                  <a:srgbClr val="4D72A8"/>
                </a:solidFill>
                <a:latin typeface="Arial"/>
                <a:cs typeface="Arial"/>
              </a:rPr>
              <a:t>Purely Functional  Data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240"/>
              </a:spcBef>
            </a:pPr>
            <a:r>
              <a:rPr sz="500" spc="11" dirty="0">
                <a:solidFill>
                  <a:srgbClr val="4D72A8"/>
                </a:solidFill>
                <a:latin typeface="Arial"/>
                <a:cs typeface="Arial"/>
              </a:rPr>
              <a:t>Structures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45"/>
              </a:spcBef>
            </a:pPr>
            <a:r>
              <a:rPr sz="500" spc="-164" dirty="0">
                <a:solidFill>
                  <a:srgbClr val="A1A1A3"/>
                </a:solidFill>
                <a:latin typeface="Arial"/>
                <a:cs typeface="Arial"/>
              </a:rPr>
              <a:t>»</a:t>
            </a:r>
            <a:r>
              <a:rPr sz="500" spc="-81" dirty="0">
                <a:solidFill>
                  <a:srgbClr val="A1A1A3"/>
                </a:solidFill>
                <a:latin typeface="Arial"/>
                <a:cs typeface="Arial"/>
              </a:rPr>
              <a:t>  </a:t>
            </a:r>
            <a:r>
              <a:rPr sz="500" spc="-30" dirty="0">
                <a:solidFill>
                  <a:srgbClr val="A1A1A3"/>
                </a:solidFill>
                <a:latin typeface="Arial"/>
                <a:cs typeface="Arial"/>
              </a:rPr>
              <a:t> </a:t>
            </a:r>
            <a:r>
              <a:rPr sz="500" spc="-14" dirty="0">
                <a:solidFill>
                  <a:srgbClr val="4D72A8"/>
                </a:solidFill>
                <a:latin typeface="Arial"/>
                <a:cs typeface="Arial"/>
              </a:rPr>
              <a:t>C</a:t>
            </a:r>
            <a:r>
              <a:rPr sz="500" spc="-19" dirty="0">
                <a:solidFill>
                  <a:srgbClr val="4D72A8"/>
                </a:solidFill>
                <a:latin typeface="Arial"/>
                <a:cs typeface="Arial"/>
              </a:rPr>
              <a:t>h</a:t>
            </a:r>
            <a:r>
              <a:rPr sz="500" spc="0" dirty="0">
                <a:solidFill>
                  <a:srgbClr val="4D72A8"/>
                </a:solidFill>
                <a:latin typeface="Arial"/>
                <a:cs typeface="Arial"/>
              </a:rPr>
              <a:t>r</a:t>
            </a:r>
            <a:r>
              <a:rPr sz="500" spc="-14" dirty="0">
                <a:solidFill>
                  <a:srgbClr val="4D72A8"/>
                </a:solidFill>
                <a:latin typeface="Arial"/>
                <a:cs typeface="Arial"/>
              </a:rPr>
              <a:t>i</a:t>
            </a:r>
            <a:r>
              <a:rPr sz="500" spc="0" dirty="0">
                <a:solidFill>
                  <a:srgbClr val="4D72A8"/>
                </a:solidFill>
                <a:latin typeface="Arial"/>
                <a:cs typeface="Arial"/>
              </a:rPr>
              <a:t>s</a:t>
            </a:r>
            <a:r>
              <a:rPr sz="500" spc="42" dirty="0">
                <a:solidFill>
                  <a:srgbClr val="4D72A8"/>
                </a:solidFill>
                <a:latin typeface="Arial"/>
                <a:cs typeface="Arial"/>
              </a:rPr>
              <a:t> </a:t>
            </a:r>
            <a:r>
              <a:rPr sz="500" spc="-27" dirty="0">
                <a:solidFill>
                  <a:srgbClr val="4D72A8"/>
                </a:solidFill>
                <a:latin typeface="Arial"/>
                <a:cs typeface="Arial"/>
              </a:rPr>
              <a:t>O</a:t>
            </a:r>
            <a:r>
              <a:rPr sz="500" spc="-9" dirty="0">
                <a:solidFill>
                  <a:srgbClr val="4D72A8"/>
                </a:solidFill>
                <a:latin typeface="Arial"/>
                <a:cs typeface="Arial"/>
              </a:rPr>
              <a:t>k</a:t>
            </a:r>
            <a:r>
              <a:rPr sz="500" spc="-12" dirty="0">
                <a:solidFill>
                  <a:srgbClr val="4D72A8"/>
                </a:solidFill>
                <a:latin typeface="Arial"/>
                <a:cs typeface="Arial"/>
              </a:rPr>
              <a:t>a</a:t>
            </a:r>
            <a:r>
              <a:rPr sz="500" spc="15" dirty="0">
                <a:solidFill>
                  <a:srgbClr val="4D72A8"/>
                </a:solidFill>
                <a:latin typeface="Arial"/>
                <a:cs typeface="Arial"/>
              </a:rPr>
              <a:t>s</a:t>
            </a:r>
            <a:r>
              <a:rPr sz="500" spc="-12" dirty="0">
                <a:solidFill>
                  <a:srgbClr val="4D72A8"/>
                </a:solidFill>
                <a:latin typeface="Arial"/>
                <a:cs typeface="Arial"/>
              </a:rPr>
              <a:t>a</a:t>
            </a:r>
            <a:r>
              <a:rPr sz="500" spc="15" dirty="0">
                <a:solidFill>
                  <a:srgbClr val="4D72A8"/>
                </a:solidFill>
                <a:latin typeface="Arial"/>
                <a:cs typeface="Arial"/>
              </a:rPr>
              <a:t>k</a:t>
            </a:r>
            <a:r>
              <a:rPr sz="500" spc="-34" dirty="0">
                <a:solidFill>
                  <a:srgbClr val="6B80A3"/>
                </a:solidFill>
                <a:latin typeface="Arial"/>
                <a:cs typeface="Arial"/>
              </a:rPr>
              <a:t>i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ts val="860"/>
              </a:lnSpc>
              <a:spcBef>
                <a:spcPts val="43"/>
              </a:spcBef>
            </a:pPr>
            <a:r>
              <a:rPr sz="800" b="1" spc="83" dirty="0">
                <a:solidFill>
                  <a:srgbClr val="DBA817"/>
                </a:solidFill>
                <a:latin typeface="Times New Roman"/>
                <a:cs typeface="Times New Roman"/>
              </a:rPr>
              <a:t>pretete</a:t>
            </a:r>
            <a:r>
              <a:rPr sz="800" b="1" spc="83" dirty="0">
                <a:solidFill>
                  <a:srgbClr val="4D72A8"/>
                </a:solidFill>
                <a:latin typeface="Times New Roman"/>
                <a:cs typeface="Times New Roman"/>
              </a:rPr>
              <a:t>19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107"/>
              </a:spcBef>
            </a:pPr>
            <a:r>
              <a:rPr sz="500" spc="-4" dirty="0">
                <a:solidFill>
                  <a:srgbClr val="696969"/>
                </a:solidFill>
                <a:latin typeface="Arial"/>
                <a:cs typeface="Arial"/>
              </a:rPr>
              <a:t>Paperback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00"/>
              </a:spcBef>
            </a:pPr>
            <a:r>
              <a:rPr sz="600" spc="40" dirty="0">
                <a:solidFill>
                  <a:srgbClr val="9E4D4D"/>
                </a:solidFill>
                <a:latin typeface="Times New Roman"/>
                <a:cs typeface="Times New Roman"/>
              </a:rPr>
              <a:t>$40</a:t>
            </a:r>
            <a:r>
              <a:rPr sz="600" spc="40" dirty="0">
                <a:solidFill>
                  <a:srgbClr val="956667"/>
                </a:solidFill>
                <a:latin typeface="Times New Roman"/>
                <a:cs typeface="Times New Roman"/>
              </a:rPr>
              <a:t>.</a:t>
            </a:r>
            <a:r>
              <a:rPr sz="600" spc="40" dirty="0">
                <a:solidFill>
                  <a:srgbClr val="9E4D4D"/>
                </a:solidFill>
                <a:latin typeface="Times New Roman"/>
                <a:cs typeface="Times New Roman"/>
              </a:rPr>
              <a:t>7</a:t>
            </a:r>
            <a:r>
              <a:rPr sz="600" spc="40" dirty="0">
                <a:solidFill>
                  <a:srgbClr val="973836"/>
                </a:solidFill>
                <a:latin typeface="Times New Roman"/>
                <a:cs typeface="Times New Roman"/>
              </a:rPr>
              <a:t>4 </a:t>
            </a:r>
            <a:r>
              <a:rPr sz="600" b="1" i="1" spc="40" dirty="0">
                <a:solidFill>
                  <a:srgbClr val="A19E70"/>
                </a:solidFill>
                <a:latin typeface="Times New Roman"/>
                <a:cs typeface="Times New Roman"/>
              </a:rPr>
              <a:t>p</a:t>
            </a:r>
            <a:r>
              <a:rPr sz="600" b="1" i="1" spc="40" dirty="0">
                <a:solidFill>
                  <a:srgbClr val="60A5BC"/>
                </a:solidFill>
                <a:latin typeface="Times New Roman"/>
                <a:cs typeface="Times New Roman"/>
              </a:rPr>
              <a:t>rime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16115" y="3895197"/>
            <a:ext cx="831577" cy="908602"/>
          </a:xfrm>
          <a:prstGeom prst="rect">
            <a:avLst/>
          </a:prstGeom>
        </p:spPr>
        <p:txBody>
          <a:bodyPr wrap="square" lIns="0" tIns="4445" rIns="0" bIns="0" rtlCol="0">
            <a:noAutofit/>
          </a:bodyPr>
          <a:lstStyle/>
          <a:p>
            <a:pPr marL="15748" marR="98081" indent="-3048">
              <a:lnSpc>
                <a:spcPts val="574"/>
              </a:lnSpc>
            </a:pPr>
            <a:r>
              <a:rPr sz="500" spc="14" dirty="0">
                <a:solidFill>
                  <a:srgbClr val="4D72A8"/>
                </a:solidFill>
                <a:latin typeface="Arial"/>
                <a:cs typeface="Arial"/>
              </a:rPr>
              <a:t>Code</a:t>
            </a:r>
            <a:r>
              <a:rPr sz="500" spc="14" dirty="0">
                <a:solidFill>
                  <a:srgbClr val="8589A5"/>
                </a:solidFill>
                <a:latin typeface="Arial"/>
                <a:cs typeface="Arial"/>
              </a:rPr>
              <a:t>: </a:t>
            </a:r>
            <a:r>
              <a:rPr sz="500" spc="14" dirty="0">
                <a:solidFill>
                  <a:srgbClr val="4D72A8"/>
                </a:solidFill>
                <a:latin typeface="Arial"/>
                <a:cs typeface="Arial"/>
              </a:rPr>
              <a:t>The Hidden </a:t>
            </a:r>
            <a:endParaRPr sz="500">
              <a:latin typeface="Arial"/>
              <a:cs typeface="Arial"/>
            </a:endParaRPr>
          </a:p>
          <a:p>
            <a:pPr marL="15748" marR="98081">
              <a:lnSpc>
                <a:spcPts val="574"/>
              </a:lnSpc>
              <a:spcBef>
                <a:spcPts val="205"/>
              </a:spcBef>
            </a:pPr>
            <a:r>
              <a:rPr sz="500" spc="15" dirty="0">
                <a:solidFill>
                  <a:srgbClr val="4D72A8"/>
                </a:solidFill>
                <a:latin typeface="Arial"/>
                <a:cs typeface="Arial"/>
              </a:rPr>
              <a:t>Language of Computer </a:t>
            </a:r>
            <a:endParaRPr sz="500">
              <a:latin typeface="Arial"/>
              <a:cs typeface="Arial"/>
            </a:endParaRPr>
          </a:p>
          <a:p>
            <a:pPr marL="15748" marR="98081">
              <a:lnSpc>
                <a:spcPts val="574"/>
              </a:lnSpc>
              <a:spcBef>
                <a:spcPts val="205"/>
              </a:spcBef>
            </a:pPr>
            <a:r>
              <a:rPr sz="500" spc="14" dirty="0">
                <a:solidFill>
                  <a:srgbClr val="4D72A8"/>
                </a:solidFill>
                <a:latin typeface="Arial"/>
                <a:cs typeface="Arial"/>
              </a:rPr>
              <a:t>Hardware and Software</a:t>
            </a:r>
            <a:endParaRPr sz="500">
              <a:latin typeface="Arial"/>
              <a:cs typeface="Arial"/>
            </a:endParaRPr>
          </a:p>
          <a:p>
            <a:pPr marL="12700" marR="19050">
              <a:lnSpc>
                <a:spcPts val="570"/>
              </a:lnSpc>
              <a:spcBef>
                <a:spcPts val="233"/>
              </a:spcBef>
            </a:pPr>
            <a:r>
              <a:rPr sz="500" spc="-152" dirty="0">
                <a:solidFill>
                  <a:srgbClr val="A1A1A3"/>
                </a:solidFill>
                <a:latin typeface="Arial"/>
                <a:cs typeface="Arial"/>
              </a:rPr>
              <a:t>»</a:t>
            </a:r>
            <a:r>
              <a:rPr sz="500" spc="-76" dirty="0">
                <a:solidFill>
                  <a:srgbClr val="A1A1A3"/>
                </a:solidFill>
                <a:latin typeface="Arial"/>
                <a:cs typeface="Arial"/>
              </a:rPr>
              <a:t>  </a:t>
            </a:r>
            <a:r>
              <a:rPr sz="500" spc="-51" dirty="0">
                <a:solidFill>
                  <a:srgbClr val="A1A1A3"/>
                </a:solidFill>
                <a:latin typeface="Arial"/>
                <a:cs typeface="Arial"/>
              </a:rPr>
              <a:t> </a:t>
            </a:r>
            <a:r>
              <a:rPr sz="500" spc="-19" dirty="0">
                <a:solidFill>
                  <a:srgbClr val="4D72A8"/>
                </a:solidFill>
                <a:latin typeface="Arial"/>
                <a:cs typeface="Arial"/>
              </a:rPr>
              <a:t>C</a:t>
            </a:r>
            <a:r>
              <a:rPr sz="500" spc="-14" dirty="0">
                <a:solidFill>
                  <a:srgbClr val="4D72A8"/>
                </a:solidFill>
                <a:latin typeface="Arial"/>
                <a:cs typeface="Arial"/>
              </a:rPr>
              <a:t>h</a:t>
            </a:r>
            <a:r>
              <a:rPr sz="500" spc="-19" dirty="0">
                <a:solidFill>
                  <a:srgbClr val="4D72A8"/>
                </a:solidFill>
                <a:latin typeface="Arial"/>
                <a:cs typeface="Arial"/>
              </a:rPr>
              <a:t>a</a:t>
            </a:r>
            <a:r>
              <a:rPr sz="500" spc="0" dirty="0">
                <a:solidFill>
                  <a:srgbClr val="4D72A8"/>
                </a:solidFill>
                <a:latin typeface="Arial"/>
                <a:cs typeface="Arial"/>
              </a:rPr>
              <a:t>r</a:t>
            </a:r>
            <a:r>
              <a:rPr sz="500" spc="-14" dirty="0">
                <a:solidFill>
                  <a:srgbClr val="4D72A8"/>
                </a:solidFill>
                <a:latin typeface="Arial"/>
                <a:cs typeface="Arial"/>
              </a:rPr>
              <a:t>le</a:t>
            </a:r>
            <a:r>
              <a:rPr sz="500" spc="0" dirty="0">
                <a:solidFill>
                  <a:srgbClr val="4D72A8"/>
                </a:solidFill>
                <a:latin typeface="Arial"/>
                <a:cs typeface="Arial"/>
              </a:rPr>
              <a:t>s</a:t>
            </a:r>
            <a:r>
              <a:rPr sz="500" spc="77" dirty="0">
                <a:solidFill>
                  <a:srgbClr val="4D72A8"/>
                </a:solidFill>
                <a:latin typeface="Arial"/>
                <a:cs typeface="Arial"/>
              </a:rPr>
              <a:t> </a:t>
            </a:r>
            <a:r>
              <a:rPr sz="500" spc="-46" dirty="0">
                <a:solidFill>
                  <a:srgbClr val="4D72A8"/>
                </a:solidFill>
                <a:latin typeface="Arial"/>
                <a:cs typeface="Arial"/>
              </a:rPr>
              <a:t>P</a:t>
            </a:r>
            <a:r>
              <a:rPr sz="500" spc="7" dirty="0">
                <a:solidFill>
                  <a:srgbClr val="4D72A8"/>
                </a:solidFill>
                <a:latin typeface="Arial"/>
                <a:cs typeface="Arial"/>
              </a:rPr>
              <a:t>e</a:t>
            </a:r>
            <a:r>
              <a:rPr sz="500" spc="5" dirty="0">
                <a:solidFill>
                  <a:srgbClr val="4D72A8"/>
                </a:solidFill>
                <a:latin typeface="Arial"/>
                <a:cs typeface="Arial"/>
              </a:rPr>
              <a:t>t</a:t>
            </a:r>
            <a:r>
              <a:rPr sz="500" spc="-12" dirty="0">
                <a:solidFill>
                  <a:srgbClr val="4D72A8"/>
                </a:solidFill>
                <a:latin typeface="Arial"/>
                <a:cs typeface="Arial"/>
              </a:rPr>
              <a:t>z</a:t>
            </a:r>
            <a:r>
              <a:rPr sz="500" spc="7" dirty="0">
                <a:solidFill>
                  <a:srgbClr val="4D72A8"/>
                </a:solidFill>
                <a:latin typeface="Arial"/>
                <a:cs typeface="Arial"/>
              </a:rPr>
              <a:t>o</a:t>
            </a:r>
            <a:r>
              <a:rPr sz="500" spc="-13" dirty="0">
                <a:solidFill>
                  <a:srgbClr val="4D72A8"/>
                </a:solidFill>
                <a:latin typeface="Arial"/>
                <a:cs typeface="Arial"/>
              </a:rPr>
              <a:t>l</a:t>
            </a:r>
            <a:r>
              <a:rPr sz="500" spc="1" dirty="0">
                <a:solidFill>
                  <a:srgbClr val="4D72A8"/>
                </a:solidFill>
                <a:latin typeface="Arial"/>
                <a:cs typeface="Arial"/>
              </a:rPr>
              <a:t>d</a:t>
            </a:r>
            <a:endParaRPr sz="500">
              <a:latin typeface="Arial"/>
              <a:cs typeface="Arial"/>
            </a:endParaRPr>
          </a:p>
          <a:p>
            <a:pPr marL="12700" marR="19050">
              <a:lnSpc>
                <a:spcPts val="860"/>
              </a:lnSpc>
              <a:spcBef>
                <a:spcPts val="14"/>
              </a:spcBef>
            </a:pPr>
            <a:r>
              <a:rPr sz="800" b="1" spc="11" dirty="0">
                <a:solidFill>
                  <a:srgbClr val="DBA817"/>
                </a:solidFill>
                <a:latin typeface="Times New Roman"/>
                <a:cs typeface="Times New Roman"/>
              </a:rPr>
              <a:t>petetete </a:t>
            </a:r>
            <a:r>
              <a:rPr sz="800" b="1" spc="11" dirty="0">
                <a:solidFill>
                  <a:srgbClr val="4D72A8"/>
                </a:solidFill>
                <a:latin typeface="Times New Roman"/>
                <a:cs typeface="Times New Roman"/>
              </a:rPr>
              <a:t>334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ts val="1075"/>
              </a:lnSpc>
              <a:spcBef>
                <a:spcPts val="10"/>
              </a:spcBef>
            </a:pPr>
            <a:r>
              <a:rPr sz="1000" b="1" spc="164" dirty="0">
                <a:solidFill>
                  <a:srgbClr val="DB791A"/>
                </a:solidFill>
                <a:latin typeface="Times New Roman"/>
                <a:cs typeface="Times New Roman"/>
              </a:rPr>
              <a:t>CEEI </a:t>
            </a:r>
            <a:r>
              <a:rPr sz="700" spc="164" dirty="0">
                <a:solidFill>
                  <a:srgbClr val="696969"/>
                </a:solidFill>
                <a:latin typeface="Times New Roman"/>
                <a:cs typeface="Times New Roman"/>
              </a:rPr>
              <a:t>« </a:t>
            </a:r>
            <a:r>
              <a:rPr sz="700" spc="220" dirty="0">
                <a:solidFill>
                  <a:srgbClr val="4D72A8"/>
                </a:solidFill>
                <a:latin typeface="Arial"/>
                <a:cs typeface="Arial"/>
              </a:rPr>
              <a:t>ano</a:t>
            </a:r>
            <a:endParaRPr sz="700">
              <a:latin typeface="Arial"/>
              <a:cs typeface="Arial"/>
            </a:endParaRPr>
          </a:p>
          <a:p>
            <a:pPr marL="12700" marR="19050">
              <a:lnSpc>
                <a:spcPct val="95825"/>
              </a:lnSpc>
              <a:spcBef>
                <a:spcPts val="1"/>
              </a:spcBef>
            </a:pPr>
            <a:r>
              <a:rPr sz="500" spc="-2" dirty="0">
                <a:solidFill>
                  <a:srgbClr val="4D72A8"/>
                </a:solidFill>
                <a:latin typeface="Arial"/>
                <a:cs typeface="Arial"/>
              </a:rPr>
              <a:t>Theory</a:t>
            </a:r>
            <a:endParaRPr sz="500">
              <a:latin typeface="Arial"/>
              <a:cs typeface="Arial"/>
            </a:endParaRPr>
          </a:p>
          <a:p>
            <a:pPr marL="15748" marR="19050">
              <a:lnSpc>
                <a:spcPct val="95825"/>
              </a:lnSpc>
              <a:spcBef>
                <a:spcPts val="170"/>
              </a:spcBef>
            </a:pPr>
            <a:r>
              <a:rPr sz="500" spc="-5" dirty="0">
                <a:solidFill>
                  <a:srgbClr val="696969"/>
                </a:solidFill>
                <a:latin typeface="Arial"/>
                <a:cs typeface="Arial"/>
              </a:rPr>
              <a:t>Paperback</a:t>
            </a:r>
            <a:endParaRPr sz="500">
              <a:latin typeface="Arial"/>
              <a:cs typeface="Arial"/>
            </a:endParaRPr>
          </a:p>
          <a:p>
            <a:pPr marL="12700" marR="19050">
              <a:lnSpc>
                <a:spcPct val="95825"/>
              </a:lnSpc>
              <a:spcBef>
                <a:spcPts val="125"/>
              </a:spcBef>
            </a:pPr>
            <a:r>
              <a:rPr sz="600" spc="36" dirty="0">
                <a:solidFill>
                  <a:srgbClr val="9E4D4D"/>
                </a:solidFill>
                <a:latin typeface="Times New Roman"/>
                <a:cs typeface="Times New Roman"/>
              </a:rPr>
              <a:t>$17</a:t>
            </a:r>
            <a:r>
              <a:rPr sz="600" spc="36" dirty="0">
                <a:solidFill>
                  <a:srgbClr val="956667"/>
                </a:solidFill>
                <a:latin typeface="Times New Roman"/>
                <a:cs typeface="Times New Roman"/>
              </a:rPr>
              <a:t>.</a:t>
            </a:r>
            <a:r>
              <a:rPr sz="600" spc="36" dirty="0">
                <a:solidFill>
                  <a:srgbClr val="9E4D4D"/>
                </a:solidFill>
                <a:latin typeface="Times New Roman"/>
                <a:cs typeface="Times New Roman"/>
              </a:rPr>
              <a:t>99 </a:t>
            </a:r>
            <a:r>
              <a:rPr sz="600" b="1" i="1" spc="36" dirty="0">
                <a:solidFill>
                  <a:srgbClr val="A19E70"/>
                </a:solidFill>
                <a:latin typeface="Times New Roman"/>
                <a:cs typeface="Times New Roman"/>
              </a:rPr>
              <a:t>P</a:t>
            </a:r>
            <a:r>
              <a:rPr sz="600" b="1" i="1" spc="36" dirty="0">
                <a:solidFill>
                  <a:srgbClr val="60A5BC"/>
                </a:solidFill>
                <a:latin typeface="Times New Roman"/>
                <a:cs typeface="Times New Roman"/>
              </a:rPr>
              <a:t>rime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464043" y="3895197"/>
            <a:ext cx="681431" cy="588562"/>
          </a:xfrm>
          <a:prstGeom prst="rect">
            <a:avLst/>
          </a:prstGeom>
        </p:spPr>
        <p:txBody>
          <a:bodyPr wrap="square" lIns="0" tIns="4445" rIns="0" bIns="0" rtlCol="0">
            <a:noAutofit/>
          </a:bodyPr>
          <a:lstStyle/>
          <a:p>
            <a:pPr marL="15748" marR="1747" indent="-3048">
              <a:lnSpc>
                <a:spcPts val="574"/>
              </a:lnSpc>
            </a:pPr>
            <a:r>
              <a:rPr sz="500" spc="15" dirty="0">
                <a:solidFill>
                  <a:srgbClr val="4D72A8"/>
                </a:solidFill>
                <a:latin typeface="Arial"/>
                <a:cs typeface="Arial"/>
              </a:rPr>
              <a:t>The Little Prover (MIT </a:t>
            </a:r>
            <a:endParaRPr sz="500">
              <a:latin typeface="Arial"/>
              <a:cs typeface="Arial"/>
            </a:endParaRPr>
          </a:p>
          <a:p>
            <a:pPr marL="15748" marR="1747">
              <a:lnSpc>
                <a:spcPts val="574"/>
              </a:lnSpc>
              <a:spcBef>
                <a:spcPts val="217"/>
              </a:spcBef>
            </a:pPr>
            <a:r>
              <a:rPr sz="500" spc="10" dirty="0">
                <a:solidFill>
                  <a:srgbClr val="4D72A8"/>
                </a:solidFill>
                <a:latin typeface="Arial"/>
                <a:cs typeface="Arial"/>
              </a:rPr>
              <a:t>Press)</a:t>
            </a:r>
            <a:endParaRPr sz="500">
              <a:latin typeface="Arial"/>
              <a:cs typeface="Arial"/>
            </a:endParaRPr>
          </a:p>
          <a:p>
            <a:pPr marL="15748">
              <a:lnSpc>
                <a:spcPts val="580"/>
              </a:lnSpc>
              <a:spcBef>
                <a:spcPts val="246"/>
              </a:spcBef>
            </a:pPr>
            <a:r>
              <a:rPr sz="500" spc="0" dirty="0">
                <a:solidFill>
                  <a:srgbClr val="424244"/>
                </a:solidFill>
                <a:latin typeface="Arial"/>
                <a:cs typeface="Arial"/>
              </a:rPr>
              <a:t>Daniel </a:t>
            </a:r>
            <a:r>
              <a:rPr sz="600" spc="-27" dirty="0">
                <a:solidFill>
                  <a:srgbClr val="2F2D31"/>
                </a:solidFill>
                <a:latin typeface="Times New Roman"/>
                <a:cs typeface="Times New Roman"/>
              </a:rPr>
              <a:t>P. </a:t>
            </a:r>
            <a:r>
              <a:rPr sz="500" spc="0" dirty="0">
                <a:solidFill>
                  <a:srgbClr val="424244"/>
                </a:solidFill>
                <a:latin typeface="Arial"/>
                <a:cs typeface="Arial"/>
              </a:rPr>
              <a:t>Friedman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ts val="860"/>
              </a:lnSpc>
              <a:spcBef>
                <a:spcPts val="14"/>
              </a:spcBef>
            </a:pPr>
            <a:r>
              <a:rPr sz="800" spc="140" dirty="0">
                <a:solidFill>
                  <a:srgbClr val="DBA817"/>
                </a:solidFill>
                <a:latin typeface="Times New Roman"/>
                <a:cs typeface="Times New Roman"/>
              </a:rPr>
              <a:t>teeter#</a:t>
            </a:r>
            <a:r>
              <a:rPr sz="800" spc="140" dirty="0">
                <a:solidFill>
                  <a:srgbClr val="4D72A8"/>
                </a:solidFill>
                <a:latin typeface="Times New Roman"/>
                <a:cs typeface="Times New Roman"/>
              </a:rPr>
              <a:t>4</a:t>
            </a:r>
            <a:endParaRPr sz="800">
              <a:latin typeface="Times New Roman"/>
              <a:cs typeface="Times New Roman"/>
            </a:endParaRPr>
          </a:p>
          <a:p>
            <a:pPr marL="15748">
              <a:lnSpc>
                <a:spcPct val="95825"/>
              </a:lnSpc>
              <a:spcBef>
                <a:spcPts val="57"/>
              </a:spcBef>
            </a:pPr>
            <a:r>
              <a:rPr sz="500" spc="-5" dirty="0">
                <a:solidFill>
                  <a:srgbClr val="696969"/>
                </a:solidFill>
                <a:latin typeface="Arial"/>
                <a:cs typeface="Arial"/>
              </a:rPr>
              <a:t>Paperback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25"/>
              </a:spcBef>
            </a:pPr>
            <a:r>
              <a:rPr sz="600" spc="36" dirty="0">
                <a:solidFill>
                  <a:srgbClr val="9E4D4D"/>
                </a:solidFill>
                <a:latin typeface="Times New Roman"/>
                <a:cs typeface="Times New Roman"/>
              </a:rPr>
              <a:t>$3</a:t>
            </a:r>
            <a:r>
              <a:rPr sz="600" spc="36" dirty="0">
                <a:solidFill>
                  <a:srgbClr val="973836"/>
                </a:solidFill>
                <a:latin typeface="Times New Roman"/>
                <a:cs typeface="Times New Roman"/>
              </a:rPr>
              <a:t>1</a:t>
            </a:r>
            <a:r>
              <a:rPr sz="600" spc="36" dirty="0">
                <a:solidFill>
                  <a:srgbClr val="956667"/>
                </a:solidFill>
                <a:latin typeface="Times New Roman"/>
                <a:cs typeface="Times New Roman"/>
              </a:rPr>
              <a:t>.</a:t>
            </a:r>
            <a:r>
              <a:rPr sz="600" spc="36" dirty="0">
                <a:solidFill>
                  <a:srgbClr val="9E4D4D"/>
                </a:solidFill>
                <a:latin typeface="Times New Roman"/>
                <a:cs typeface="Times New Roman"/>
              </a:rPr>
              <a:t>7</a:t>
            </a:r>
            <a:r>
              <a:rPr sz="600" spc="36" dirty="0">
                <a:solidFill>
                  <a:srgbClr val="973836"/>
                </a:solidFill>
                <a:latin typeface="Times New Roman"/>
                <a:cs typeface="Times New Roman"/>
              </a:rPr>
              <a:t>8 </a:t>
            </a:r>
            <a:r>
              <a:rPr sz="600" b="1" i="1" spc="36" dirty="0">
                <a:solidFill>
                  <a:srgbClr val="A19E70"/>
                </a:solidFill>
                <a:latin typeface="Times New Roman"/>
                <a:cs typeface="Times New Roman"/>
              </a:rPr>
              <a:t>P</a:t>
            </a:r>
            <a:r>
              <a:rPr sz="600" b="1" i="1" spc="36" dirty="0">
                <a:solidFill>
                  <a:srgbClr val="60A5BC"/>
                </a:solidFill>
                <a:latin typeface="Times New Roman"/>
                <a:cs typeface="Times New Roman"/>
              </a:rPr>
              <a:t>rime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object 6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3952748" y="446273"/>
            <a:ext cx="1300001" cy="444500"/>
          </a:xfrm>
          <a:prstGeom prst="rect">
            <a:avLst/>
          </a:prstGeom>
        </p:spPr>
        <p:txBody>
          <a:bodyPr wrap="square" lIns="0" tIns="22066" rIns="0" bIns="0" rtlCol="0">
            <a:noAutofit/>
          </a:bodyPr>
          <a:lstStyle/>
          <a:p>
            <a:pPr marL="12700">
              <a:lnSpc>
                <a:spcPts val="3475"/>
              </a:lnSpc>
            </a:pPr>
            <a:r>
              <a:rPr sz="3300" b="1" spc="-518" dirty="0">
                <a:solidFill>
                  <a:srgbClr val="EF6B00"/>
                </a:solidFill>
                <a:latin typeface="Arial"/>
                <a:cs typeface="Arial"/>
              </a:rPr>
              <a:t>Pacman</a:t>
            </a:r>
            <a:endParaRPr sz="33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041908" y="1788965"/>
            <a:ext cx="168751" cy="739076"/>
          </a:xfrm>
          <a:prstGeom prst="rect">
            <a:avLst/>
          </a:prstGeom>
        </p:spPr>
        <p:txBody>
          <a:bodyPr wrap="square" lIns="0" tIns="13557" rIns="0" bIns="0" rtlCol="0">
            <a:noAutofit/>
          </a:bodyPr>
          <a:lstStyle/>
          <a:p>
            <a:pPr marL="61467" marR="30199">
              <a:lnSpc>
                <a:spcPts val="2135"/>
              </a:lnSpc>
            </a:pPr>
            <a:r>
              <a:rPr sz="2100" spc="-389" dirty="0">
                <a:solidFill>
                  <a:srgbClr val="C8B5B1"/>
                </a:solidFill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ts val="3654"/>
              </a:lnSpc>
              <a:spcBef>
                <a:spcPts val="75"/>
              </a:spcBef>
            </a:pPr>
            <a:r>
              <a:rPr sz="3700" spc="-934" dirty="0">
                <a:solidFill>
                  <a:srgbClr val="E4ACAA"/>
                </a:solidFill>
                <a:latin typeface="Arial"/>
                <a:cs typeface="Arial"/>
              </a:rPr>
              <a:t>•</a:t>
            </a:r>
            <a:r>
              <a:rPr sz="2850" spc="-261" baseline="9154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483612" y="1788965"/>
            <a:ext cx="89784" cy="798068"/>
          </a:xfrm>
          <a:prstGeom prst="rect">
            <a:avLst/>
          </a:prstGeom>
        </p:spPr>
        <p:txBody>
          <a:bodyPr wrap="square" lIns="0" tIns="14255" rIns="0" bIns="0" rtlCol="0">
            <a:noAutofit/>
          </a:bodyPr>
          <a:lstStyle/>
          <a:p>
            <a:pPr marL="12700" marR="0">
              <a:lnSpc>
                <a:spcPts val="2245"/>
              </a:lnSpc>
            </a:pPr>
            <a:r>
              <a:rPr sz="2100" spc="-389" dirty="0">
                <a:solidFill>
                  <a:srgbClr val="C8B5B1"/>
                </a:solidFill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456"/>
              </a:spcBef>
            </a:pPr>
            <a:r>
              <a:rPr sz="2100" spc="-389" dirty="0">
                <a:solidFill>
                  <a:srgbClr val="C8B5B1"/>
                </a:solidFill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876548" y="1788965"/>
            <a:ext cx="89784" cy="670051"/>
          </a:xfrm>
          <a:prstGeom prst="rect">
            <a:avLst/>
          </a:prstGeom>
        </p:spPr>
        <p:txBody>
          <a:bodyPr wrap="square" lIns="0" tIns="14255" rIns="0" bIns="0" rtlCol="0">
            <a:noAutofit/>
          </a:bodyPr>
          <a:lstStyle/>
          <a:p>
            <a:pPr marL="12700">
              <a:lnSpc>
                <a:spcPts val="2245"/>
              </a:lnSpc>
            </a:pPr>
            <a:r>
              <a:rPr sz="2100" spc="-389" dirty="0">
                <a:solidFill>
                  <a:srgbClr val="C8B5B1"/>
                </a:solidFill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448"/>
              </a:spcBef>
            </a:pPr>
            <a:r>
              <a:rPr sz="2100" spc="-389" dirty="0">
                <a:solidFill>
                  <a:srgbClr val="C8B5B1"/>
                </a:solidFill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662420" y="1788965"/>
            <a:ext cx="89784" cy="670051"/>
          </a:xfrm>
          <a:prstGeom prst="rect">
            <a:avLst/>
          </a:prstGeom>
        </p:spPr>
        <p:txBody>
          <a:bodyPr wrap="square" lIns="0" tIns="14255" rIns="0" bIns="0" rtlCol="0">
            <a:noAutofit/>
          </a:bodyPr>
          <a:lstStyle/>
          <a:p>
            <a:pPr marL="12700">
              <a:lnSpc>
                <a:spcPts val="2245"/>
              </a:lnSpc>
            </a:pPr>
            <a:r>
              <a:rPr sz="2100" spc="-389" dirty="0">
                <a:solidFill>
                  <a:srgbClr val="C8B5B1"/>
                </a:solidFill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448"/>
              </a:spcBef>
            </a:pPr>
            <a:r>
              <a:rPr sz="2100" spc="-389" dirty="0">
                <a:solidFill>
                  <a:srgbClr val="C8B5B1"/>
                </a:solidFill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215644" y="1807860"/>
            <a:ext cx="88741" cy="644652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 marR="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689"/>
              </a:spcBef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343660" y="1807860"/>
            <a:ext cx="88741" cy="644652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 marR="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689"/>
              </a:spcBef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468628" y="1807860"/>
            <a:ext cx="88741" cy="644652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 marR="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689"/>
              </a:spcBef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355596" y="1807860"/>
            <a:ext cx="88741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608580" y="1807860"/>
            <a:ext cx="88741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736596" y="1807860"/>
            <a:ext cx="88741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861564" y="1807860"/>
            <a:ext cx="88741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748532" y="1807860"/>
            <a:ext cx="88741" cy="644652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689"/>
              </a:spcBef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001516" y="1807860"/>
            <a:ext cx="88741" cy="644652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689"/>
              </a:spcBef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129532" y="1807860"/>
            <a:ext cx="88741" cy="644652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689"/>
              </a:spcBef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254500" y="1807860"/>
            <a:ext cx="88741" cy="644652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689"/>
              </a:spcBef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534404" y="1807860"/>
            <a:ext cx="88741" cy="644652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689"/>
              </a:spcBef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787388" y="1807860"/>
            <a:ext cx="88741" cy="644652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689"/>
              </a:spcBef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915404" y="1807860"/>
            <a:ext cx="88741" cy="644652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689"/>
              </a:spcBef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040372" y="1807860"/>
            <a:ext cx="88741" cy="644652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689"/>
              </a:spcBef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006588" y="2032741"/>
            <a:ext cx="215944" cy="495300"/>
          </a:xfrm>
          <a:prstGeom prst="rect">
            <a:avLst/>
          </a:prstGeom>
        </p:spPr>
        <p:txBody>
          <a:bodyPr wrap="square" lIns="0" tIns="24638" rIns="0" bIns="0" rtlCol="0">
            <a:noAutofit/>
          </a:bodyPr>
          <a:lstStyle/>
          <a:p>
            <a:pPr marL="12700">
              <a:lnSpc>
                <a:spcPts val="3879"/>
              </a:lnSpc>
            </a:pPr>
            <a:r>
              <a:rPr sz="3700" spc="-350" dirty="0">
                <a:solidFill>
                  <a:srgbClr val="E4ACAA"/>
                </a:solidFill>
                <a:latin typeface="Arial"/>
                <a:cs typeface="Arial"/>
              </a:rPr>
              <a:t>•</a:t>
            </a:r>
            <a:endParaRPr sz="37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596644" y="2185812"/>
            <a:ext cx="88741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227580" y="2294933"/>
            <a:ext cx="92832" cy="735976"/>
          </a:xfrm>
          <a:prstGeom prst="rect">
            <a:avLst/>
          </a:prstGeom>
        </p:spPr>
        <p:txBody>
          <a:bodyPr wrap="square" lIns="0" tIns="14255" rIns="0" bIns="0" rtlCol="0">
            <a:noAutofit/>
          </a:bodyPr>
          <a:lstStyle/>
          <a:p>
            <a:pPr marL="15747">
              <a:lnSpc>
                <a:spcPts val="2245"/>
              </a:lnSpc>
            </a:pPr>
            <a:r>
              <a:rPr sz="2100" spc="-389" dirty="0">
                <a:solidFill>
                  <a:srgbClr val="C8B5B1"/>
                </a:solidFill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  <a:p>
            <a:pPr marL="12700" marR="6498">
              <a:lnSpc>
                <a:spcPct val="95825"/>
              </a:lnSpc>
              <a:spcBef>
                <a:spcPts val="1306"/>
              </a:spcBef>
            </a:pPr>
            <a:r>
              <a:rPr sz="1800" spc="-389" dirty="0">
                <a:solidFill>
                  <a:srgbClr val="C8B5B1"/>
                </a:solidFill>
                <a:latin typeface="Arial"/>
                <a:cs typeface="Arial"/>
              </a:rPr>
              <a:t>·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102612" y="2313828"/>
            <a:ext cx="88741" cy="63969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  <a:p>
            <a:pPr marL="12700" marR="3968">
              <a:lnSpc>
                <a:spcPct val="95825"/>
              </a:lnSpc>
              <a:spcBef>
                <a:spcPts val="875"/>
              </a:spcBef>
            </a:pPr>
            <a:r>
              <a:rPr sz="1700" spc="-212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355596" y="2313828"/>
            <a:ext cx="88741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608580" y="2313828"/>
            <a:ext cx="88741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736596" y="2313828"/>
            <a:ext cx="88741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861564" y="2313828"/>
            <a:ext cx="88741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110988" y="2320135"/>
            <a:ext cx="734323" cy="1272329"/>
          </a:xfrm>
          <a:prstGeom prst="rect">
            <a:avLst/>
          </a:prstGeom>
        </p:spPr>
        <p:txBody>
          <a:bodyPr wrap="square" lIns="0" tIns="1270" rIns="0" bIns="0" rtlCol="0">
            <a:noAutofit/>
          </a:bodyPr>
          <a:lstStyle/>
          <a:p>
            <a:pPr marL="224650" marR="240108" algn="ctr">
              <a:lnSpc>
                <a:spcPct val="95825"/>
              </a:lnSpc>
            </a:pPr>
            <a:r>
              <a:rPr sz="700" spc="894" dirty="0">
                <a:solidFill>
                  <a:srgbClr val="F2D3D8"/>
                </a:solidFill>
                <a:latin typeface="Arial"/>
                <a:cs typeface="Arial"/>
              </a:rPr>
              <a:t>$</a:t>
            </a:r>
            <a:endParaRPr sz="700">
              <a:latin typeface="Arial"/>
              <a:cs typeface="Arial"/>
            </a:endParaRPr>
          </a:p>
          <a:p>
            <a:pPr marR="12700" algn="r">
              <a:lnSpc>
                <a:spcPts val="4210"/>
              </a:lnSpc>
              <a:spcBef>
                <a:spcPts val="210"/>
              </a:spcBef>
            </a:pPr>
            <a:r>
              <a:rPr sz="3700" spc="1250" dirty="0">
                <a:solidFill>
                  <a:srgbClr val="8ECFE2"/>
                </a:solidFill>
                <a:latin typeface="Arial"/>
                <a:cs typeface="Arial"/>
              </a:rPr>
              <a:t>e</a:t>
            </a:r>
            <a:r>
              <a:rPr sz="3700" spc="1250" dirty="0">
                <a:solidFill>
                  <a:srgbClr val="EDCD3A"/>
                </a:solidFill>
                <a:latin typeface="Arial"/>
                <a:cs typeface="Arial"/>
              </a:rPr>
              <a:t>t</a:t>
            </a:r>
            <a:endParaRPr sz="3700">
              <a:latin typeface="Arial"/>
              <a:cs typeface="Arial"/>
            </a:endParaRPr>
          </a:p>
          <a:p>
            <a:pPr marR="30013" algn="r">
              <a:lnSpc>
                <a:spcPct val="95825"/>
              </a:lnSpc>
              <a:spcBef>
                <a:spcPts val="2535"/>
              </a:spcBef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  </a:t>
            </a:r>
            <a:r>
              <a:rPr sz="1900" spc="-108" dirty="0">
                <a:solidFill>
                  <a:srgbClr val="C8B5B1"/>
                </a:solidFill>
                <a:latin typeface="Times New Roman"/>
                <a:cs typeface="Times New Roman"/>
              </a:rPr>
              <a:t> </a:t>
            </a: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54500" y="2668827"/>
            <a:ext cx="346499" cy="376044"/>
          </a:xfrm>
          <a:prstGeom prst="rect">
            <a:avLst/>
          </a:prstGeom>
        </p:spPr>
        <p:txBody>
          <a:bodyPr wrap="square" lIns="0" tIns="6953" rIns="0" bIns="0" rtlCol="0">
            <a:noAutofit/>
          </a:bodyPr>
          <a:lstStyle/>
          <a:p>
            <a:pPr marL="46227" marR="38100">
              <a:lnSpc>
                <a:spcPts val="1095"/>
              </a:lnSpc>
            </a:pPr>
            <a:r>
              <a:rPr sz="1800" spc="437" baseline="-9662" dirty="0">
                <a:solidFill>
                  <a:srgbClr val="CDCF7E"/>
                </a:solidFill>
                <a:latin typeface="Times New Roman"/>
                <a:cs typeface="Times New Roman"/>
              </a:rPr>
              <a:t>--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810"/>
              </a:lnSpc>
              <a:spcBef>
                <a:spcPts val="35"/>
              </a:spcBef>
            </a:pPr>
            <a:r>
              <a:rPr sz="2000" spc="-459" dirty="0">
                <a:solidFill>
                  <a:srgbClr val="CDCF7E"/>
                </a:solidFill>
                <a:latin typeface="Arial"/>
                <a:cs typeface="Arial"/>
              </a:rPr>
              <a:t>I                    </a:t>
            </a:r>
            <a:r>
              <a:rPr sz="2000" spc="-421" dirty="0">
                <a:solidFill>
                  <a:srgbClr val="CDCF7E"/>
                </a:solidFill>
                <a:latin typeface="Arial"/>
                <a:cs typeface="Arial"/>
              </a:rPr>
              <a:t> </a:t>
            </a:r>
            <a:r>
              <a:rPr sz="2000" spc="-437" dirty="0">
                <a:solidFill>
                  <a:srgbClr val="CDCF7E"/>
                </a:solidFill>
                <a:latin typeface="Arial"/>
                <a:cs typeface="Arial"/>
              </a:rPr>
              <a:t>I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284980" y="2926294"/>
            <a:ext cx="260328" cy="152400"/>
          </a:xfrm>
          <a:prstGeom prst="rect">
            <a:avLst/>
          </a:prstGeom>
        </p:spPr>
        <p:txBody>
          <a:bodyPr wrap="square" lIns="0" tIns="7111" rIns="0" bIns="0" rtlCol="0">
            <a:noAutofit/>
          </a:bodyPr>
          <a:lstStyle/>
          <a:p>
            <a:pPr marL="12700">
              <a:lnSpc>
                <a:spcPts val="1120"/>
              </a:lnSpc>
            </a:pPr>
            <a:r>
              <a:rPr sz="1000" spc="516" dirty="0">
                <a:solidFill>
                  <a:srgbClr val="CDCF7E"/>
                </a:solidFill>
                <a:latin typeface="Arial"/>
                <a:cs typeface="Arial"/>
              </a:rPr>
              <a:t>--</a:t>
            </a:r>
            <a:endParaRPr sz="1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90676" y="3181901"/>
            <a:ext cx="89784" cy="292100"/>
          </a:xfrm>
          <a:prstGeom prst="rect">
            <a:avLst/>
          </a:prstGeom>
        </p:spPr>
        <p:txBody>
          <a:bodyPr wrap="square" lIns="0" tIns="14255" rIns="0" bIns="0" rtlCol="0">
            <a:noAutofit/>
          </a:bodyPr>
          <a:lstStyle/>
          <a:p>
            <a:pPr marL="12700">
              <a:lnSpc>
                <a:spcPts val="2245"/>
              </a:lnSpc>
            </a:pPr>
            <a:r>
              <a:rPr sz="2100" spc="-389" dirty="0">
                <a:solidFill>
                  <a:srgbClr val="C8B5B1"/>
                </a:solidFill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83612" y="3181901"/>
            <a:ext cx="89784" cy="292100"/>
          </a:xfrm>
          <a:prstGeom prst="rect">
            <a:avLst/>
          </a:prstGeom>
        </p:spPr>
        <p:txBody>
          <a:bodyPr wrap="square" lIns="0" tIns="14255" rIns="0" bIns="0" rtlCol="0">
            <a:noAutofit/>
          </a:bodyPr>
          <a:lstStyle/>
          <a:p>
            <a:pPr marL="12700">
              <a:lnSpc>
                <a:spcPts val="2245"/>
              </a:lnSpc>
            </a:pPr>
            <a:r>
              <a:rPr sz="2100" spc="-389" dirty="0">
                <a:solidFill>
                  <a:srgbClr val="C8B5B1"/>
                </a:solidFill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23564" y="3181901"/>
            <a:ext cx="89784" cy="292100"/>
          </a:xfrm>
          <a:prstGeom prst="rect">
            <a:avLst/>
          </a:prstGeom>
        </p:spPr>
        <p:txBody>
          <a:bodyPr wrap="square" lIns="0" tIns="14255" rIns="0" bIns="0" rtlCol="0">
            <a:noAutofit/>
          </a:bodyPr>
          <a:lstStyle/>
          <a:p>
            <a:pPr marL="12700">
              <a:lnSpc>
                <a:spcPts val="2245"/>
              </a:lnSpc>
            </a:pPr>
            <a:r>
              <a:rPr sz="2100" spc="-389" dirty="0">
                <a:solidFill>
                  <a:srgbClr val="E4ACAA"/>
                </a:solidFill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76548" y="3181901"/>
            <a:ext cx="89784" cy="292100"/>
          </a:xfrm>
          <a:prstGeom prst="rect">
            <a:avLst/>
          </a:prstGeom>
        </p:spPr>
        <p:txBody>
          <a:bodyPr wrap="square" lIns="0" tIns="14255" rIns="0" bIns="0" rtlCol="0">
            <a:noAutofit/>
          </a:bodyPr>
          <a:lstStyle/>
          <a:p>
            <a:pPr marL="12700">
              <a:lnSpc>
                <a:spcPts val="2245"/>
              </a:lnSpc>
            </a:pPr>
            <a:r>
              <a:rPr sz="2100" spc="-389" dirty="0">
                <a:solidFill>
                  <a:srgbClr val="C8B5B1"/>
                </a:solidFill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662420" y="3181901"/>
            <a:ext cx="89784" cy="292100"/>
          </a:xfrm>
          <a:prstGeom prst="rect">
            <a:avLst/>
          </a:prstGeom>
        </p:spPr>
        <p:txBody>
          <a:bodyPr wrap="square" lIns="0" tIns="14255" rIns="0" bIns="0" rtlCol="0">
            <a:noAutofit/>
          </a:bodyPr>
          <a:lstStyle/>
          <a:p>
            <a:pPr marL="12700">
              <a:lnSpc>
                <a:spcPts val="2245"/>
              </a:lnSpc>
            </a:pPr>
            <a:r>
              <a:rPr sz="2100" spc="-389" dirty="0">
                <a:solidFill>
                  <a:srgbClr val="C8B5B1"/>
                </a:solidFill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15644" y="3200796"/>
            <a:ext cx="88741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43660" y="3200796"/>
            <a:ext cx="88741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68628" y="3200796"/>
            <a:ext cx="88741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55596" y="3200796"/>
            <a:ext cx="88741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08580" y="3200796"/>
            <a:ext cx="88741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36596" y="3200796"/>
            <a:ext cx="88741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61564" y="3200796"/>
            <a:ext cx="88741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95548" y="3200796"/>
            <a:ext cx="88741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E4ACAA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48532" y="3200796"/>
            <a:ext cx="88741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01516" y="3200796"/>
            <a:ext cx="88741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9532" y="3200796"/>
            <a:ext cx="88741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54500" y="3200796"/>
            <a:ext cx="88741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34404" y="3200796"/>
            <a:ext cx="88741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87388" y="3200796"/>
            <a:ext cx="88741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15404" y="3200796"/>
            <a:ext cx="88741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40372" y="3200796"/>
            <a:ext cx="88741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00420" y="3325764"/>
            <a:ext cx="216757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  </a:t>
            </a:r>
            <a:r>
              <a:rPr sz="1900" spc="-108" dirty="0">
                <a:solidFill>
                  <a:srgbClr val="C8B5B1"/>
                </a:solidFill>
                <a:latin typeface="Times New Roman"/>
                <a:cs typeface="Times New Roman"/>
              </a:rPr>
              <a:t> </a:t>
            </a:r>
            <a:r>
              <a:rPr sz="1900" spc="-261" dirty="0">
                <a:solidFill>
                  <a:srgbClr val="D6B895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1908" y="3547597"/>
            <a:ext cx="295391" cy="495300"/>
          </a:xfrm>
          <a:prstGeom prst="rect">
            <a:avLst/>
          </a:prstGeom>
        </p:spPr>
        <p:txBody>
          <a:bodyPr wrap="square" lIns="0" tIns="24638" rIns="0" bIns="0" rtlCol="0">
            <a:noAutofit/>
          </a:bodyPr>
          <a:lstStyle/>
          <a:p>
            <a:pPr marL="12700">
              <a:lnSpc>
                <a:spcPts val="3879"/>
              </a:lnSpc>
            </a:pPr>
            <a:r>
              <a:rPr sz="3700" spc="-479" dirty="0">
                <a:solidFill>
                  <a:srgbClr val="E4ACAA"/>
                </a:solidFill>
                <a:latin typeface="Arial"/>
                <a:cs typeface="Arial"/>
              </a:rPr>
              <a:t>•</a:t>
            </a:r>
            <a:r>
              <a:rPr sz="3700" spc="-479" dirty="0">
                <a:solidFill>
                  <a:srgbClr val="C8B5B1"/>
                </a:solidFill>
                <a:latin typeface="Arial"/>
                <a:cs typeface="Arial"/>
              </a:rPr>
              <a:t>·</a:t>
            </a:r>
            <a:endParaRPr sz="3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69484" y="3559853"/>
            <a:ext cx="89784" cy="292100"/>
          </a:xfrm>
          <a:prstGeom prst="rect">
            <a:avLst/>
          </a:prstGeom>
        </p:spPr>
        <p:txBody>
          <a:bodyPr wrap="square" lIns="0" tIns="14255" rIns="0" bIns="0" rtlCol="0">
            <a:noAutofit/>
          </a:bodyPr>
          <a:lstStyle/>
          <a:p>
            <a:pPr marL="12700">
              <a:lnSpc>
                <a:spcPts val="2245"/>
              </a:lnSpc>
            </a:pPr>
            <a:r>
              <a:rPr sz="2100" spc="-389" dirty="0">
                <a:solidFill>
                  <a:srgbClr val="D6B895"/>
                </a:solidFill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47436" y="3578748"/>
            <a:ext cx="88741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61" dirty="0">
                <a:solidFill>
                  <a:srgbClr val="C8B5B1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0924" y="3631858"/>
            <a:ext cx="258386" cy="304800"/>
          </a:xfrm>
          <a:prstGeom prst="rect">
            <a:avLst/>
          </a:prstGeom>
        </p:spPr>
        <p:txBody>
          <a:bodyPr wrap="square" lIns="0" tIns="14922" rIns="0" bIns="0" rtlCol="0">
            <a:noAutofit/>
          </a:bodyPr>
          <a:lstStyle/>
          <a:p>
            <a:pPr marL="12700">
              <a:lnSpc>
                <a:spcPts val="2350"/>
              </a:lnSpc>
            </a:pPr>
            <a:r>
              <a:rPr sz="2200" b="1" spc="280" dirty="0">
                <a:solidFill>
                  <a:srgbClr val="EFED26"/>
                </a:solidFill>
                <a:latin typeface="Arial"/>
                <a:cs typeface="Arial"/>
              </a:rPr>
              <a:t>2</a:t>
            </a:r>
            <a:endParaRPr sz="22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927340" y="3663878"/>
            <a:ext cx="86333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800" spc="-389" dirty="0">
                <a:solidFill>
                  <a:srgbClr val="C8B5B1"/>
                </a:solidFill>
                <a:latin typeface="Arial"/>
                <a:cs typeface="Arial"/>
              </a:rPr>
              <a:t>·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 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608324" y="446273"/>
            <a:ext cx="957255" cy="444500"/>
          </a:xfrm>
          <a:prstGeom prst="rect">
            <a:avLst/>
          </a:prstGeom>
        </p:spPr>
        <p:txBody>
          <a:bodyPr wrap="square" lIns="0" tIns="22066" rIns="0" bIns="0" rtlCol="0">
            <a:noAutofit/>
          </a:bodyPr>
          <a:lstStyle/>
          <a:p>
            <a:pPr marL="12700">
              <a:lnSpc>
                <a:spcPts val="3475"/>
              </a:lnSpc>
            </a:pPr>
            <a:r>
              <a:rPr sz="3300" b="1" spc="-427" dirty="0">
                <a:solidFill>
                  <a:srgbClr val="EF6B00"/>
                </a:solidFill>
                <a:latin typeface="Arial"/>
                <a:cs typeface="Arial"/>
              </a:rPr>
              <a:t>Stock</a:t>
            </a:r>
            <a:endParaRPr sz="33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586732" y="446273"/>
            <a:ext cx="1008541" cy="444500"/>
          </a:xfrm>
          <a:prstGeom prst="rect">
            <a:avLst/>
          </a:prstGeom>
        </p:spPr>
        <p:txBody>
          <a:bodyPr wrap="square" lIns="0" tIns="22066" rIns="0" bIns="0" rtlCol="0">
            <a:noAutofit/>
          </a:bodyPr>
          <a:lstStyle/>
          <a:p>
            <a:pPr marL="12700">
              <a:lnSpc>
                <a:spcPts val="3475"/>
              </a:lnSpc>
            </a:pPr>
            <a:r>
              <a:rPr sz="3300" b="1" spc="-442" dirty="0">
                <a:solidFill>
                  <a:srgbClr val="EF6B00"/>
                </a:solidFill>
                <a:latin typeface="Arial"/>
                <a:cs typeface="Arial"/>
              </a:rPr>
              <a:t>Prices</a:t>
            </a:r>
            <a:endParaRPr sz="33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91003" y="1168352"/>
            <a:ext cx="933115" cy="322972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 marR="17144">
              <a:lnSpc>
                <a:spcPts val="1325"/>
              </a:lnSpc>
            </a:pPr>
            <a:r>
              <a:rPr sz="1200" spc="-2" dirty="0">
                <a:solidFill>
                  <a:srgbClr val="646464"/>
                </a:solidFill>
                <a:latin typeface="Arial"/>
                <a:cs typeface="Arial"/>
              </a:rPr>
              <a:t>Apple Inc</a:t>
            </a:r>
            <a:r>
              <a:rPr sz="1200" spc="-2" dirty="0">
                <a:solidFill>
                  <a:srgbClr val="777777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21843">
              <a:lnSpc>
                <a:spcPct val="95825"/>
              </a:lnSpc>
              <a:spcBef>
                <a:spcPts val="33"/>
              </a:spcBef>
            </a:pPr>
            <a:r>
              <a:rPr sz="900" spc="27" dirty="0">
                <a:solidFill>
                  <a:srgbClr val="646464"/>
                </a:solidFill>
                <a:latin typeface="Arial"/>
                <a:cs typeface="Arial"/>
              </a:rPr>
              <a:t>NASDAQ</a:t>
            </a:r>
            <a:r>
              <a:rPr sz="900" spc="27" dirty="0">
                <a:solidFill>
                  <a:srgbClr val="777777"/>
                </a:solidFill>
                <a:latin typeface="Arial"/>
                <a:cs typeface="Arial"/>
              </a:rPr>
              <a:t>: </a:t>
            </a:r>
            <a:r>
              <a:rPr sz="900" spc="27" dirty="0">
                <a:solidFill>
                  <a:srgbClr val="646464"/>
                </a:solidFill>
                <a:latin typeface="Arial"/>
                <a:cs typeface="Arial"/>
              </a:rPr>
              <a:t>AAPL</a:t>
            </a:r>
            <a:endParaRPr sz="9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311899" y="1175170"/>
            <a:ext cx="309650" cy="304800"/>
          </a:xfrm>
          <a:prstGeom prst="rect">
            <a:avLst/>
          </a:prstGeom>
        </p:spPr>
        <p:txBody>
          <a:bodyPr wrap="square" lIns="0" tIns="14922" rIns="0" bIns="0" rtlCol="0">
            <a:noAutofit/>
          </a:bodyPr>
          <a:lstStyle/>
          <a:p>
            <a:pPr marL="12700">
              <a:lnSpc>
                <a:spcPts val="2350"/>
              </a:lnSpc>
            </a:pPr>
            <a:r>
              <a:rPr sz="2200" b="1" spc="683" dirty="0">
                <a:solidFill>
                  <a:srgbClr val="2175E2"/>
                </a:solidFill>
                <a:latin typeface="Arial"/>
                <a:cs typeface="Arial"/>
              </a:rPr>
              <a:t>€</a:t>
            </a:r>
            <a:endParaRPr sz="2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97099" y="1581340"/>
            <a:ext cx="1855131" cy="346487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8796">
              <a:lnSpc>
                <a:spcPts val="1735"/>
              </a:lnSpc>
            </a:pPr>
            <a:r>
              <a:rPr sz="1600" b="1" spc="16" dirty="0">
                <a:solidFill>
                  <a:srgbClr val="2A2A2B"/>
                </a:solidFill>
                <a:latin typeface="Arial"/>
                <a:cs typeface="Arial"/>
              </a:rPr>
              <a:t>115.68 </a:t>
            </a:r>
            <a:r>
              <a:rPr sz="1000" spc="16" dirty="0">
                <a:solidFill>
                  <a:srgbClr val="646464"/>
                </a:solidFill>
                <a:latin typeface="Arial"/>
                <a:cs typeface="Arial"/>
              </a:rPr>
              <a:t>0sD</a:t>
            </a:r>
            <a:r>
              <a:rPr sz="1000" spc="16" dirty="0">
                <a:solidFill>
                  <a:srgbClr val="B64D4B"/>
                </a:solidFill>
                <a:latin typeface="Arial"/>
                <a:cs typeface="Arial"/>
              </a:rPr>
              <a:t>-1.19 </a:t>
            </a:r>
            <a:r>
              <a:rPr sz="900" spc="16" dirty="0">
                <a:solidFill>
                  <a:srgbClr val="B64D4B"/>
                </a:solidFill>
                <a:latin typeface="Arial"/>
                <a:cs typeface="Arial"/>
              </a:rPr>
              <a:t>(1.02%) </a:t>
            </a:r>
            <a:r>
              <a:rPr sz="1200" spc="0" dirty="0">
                <a:solidFill>
                  <a:srgbClr val="B64D4B"/>
                </a:solidFill>
                <a:latin typeface="Times New Roman"/>
                <a:cs typeface="Times New Roman"/>
              </a:rPr>
              <a:t>+</a:t>
            </a:r>
            <a:endParaRPr sz="1200">
              <a:latin typeface="Times New Roman"/>
              <a:cs typeface="Times New Roman"/>
            </a:endParaRPr>
          </a:p>
          <a:p>
            <a:pPr marL="12700" marR="30479">
              <a:lnSpc>
                <a:spcPts val="910"/>
              </a:lnSpc>
            </a:pPr>
            <a:r>
              <a:rPr sz="800" spc="-30" dirty="0">
                <a:solidFill>
                  <a:srgbClr val="646464"/>
                </a:solidFill>
                <a:latin typeface="Arial"/>
                <a:cs typeface="Arial"/>
              </a:rPr>
              <a:t>O</a:t>
            </a:r>
            <a:r>
              <a:rPr sz="800" spc="-30" dirty="0">
                <a:solidFill>
                  <a:srgbClr val="777777"/>
                </a:solidFill>
                <a:latin typeface="Arial"/>
                <a:cs typeface="Arial"/>
              </a:rPr>
              <a:t>c</a:t>
            </a:r>
            <a:r>
              <a:rPr sz="800" spc="-30" dirty="0">
                <a:solidFill>
                  <a:srgbClr val="646464"/>
                </a:solidFill>
                <a:latin typeface="Arial"/>
                <a:cs typeface="Arial"/>
              </a:rPr>
              <a:t>t 22</a:t>
            </a:r>
            <a:r>
              <a:rPr sz="800" spc="-30" dirty="0">
                <a:solidFill>
                  <a:srgbClr val="777777"/>
                </a:solidFill>
                <a:latin typeface="Arial"/>
                <a:cs typeface="Arial"/>
              </a:rPr>
              <a:t>, </a:t>
            </a:r>
            <a:r>
              <a:rPr sz="800" spc="-30" dirty="0">
                <a:solidFill>
                  <a:srgbClr val="646464"/>
                </a:solidFill>
                <a:latin typeface="Arial"/>
                <a:cs typeface="Arial"/>
              </a:rPr>
              <a:t>10:</a:t>
            </a:r>
            <a:r>
              <a:rPr sz="800" spc="-30" dirty="0">
                <a:solidFill>
                  <a:srgbClr val="777777"/>
                </a:solidFill>
                <a:latin typeface="Arial"/>
                <a:cs typeface="Arial"/>
              </a:rPr>
              <a:t>4</a:t>
            </a:r>
            <a:r>
              <a:rPr sz="800" spc="-30" dirty="0">
                <a:solidFill>
                  <a:srgbClr val="646464"/>
                </a:solidFill>
                <a:latin typeface="Arial"/>
                <a:cs typeface="Arial"/>
              </a:rPr>
              <a:t>1 AM EDT</a:t>
            </a:r>
            <a:r>
              <a:rPr sz="800" spc="-30" dirty="0">
                <a:solidFill>
                  <a:srgbClr val="777777"/>
                </a:solidFill>
                <a:latin typeface="Arial"/>
                <a:cs typeface="Arial"/>
              </a:rPr>
              <a:t>· </a:t>
            </a:r>
            <a:r>
              <a:rPr sz="800" spc="-30" dirty="0">
                <a:solidFill>
                  <a:srgbClr val="646464"/>
                </a:solidFill>
                <a:latin typeface="Arial"/>
                <a:cs typeface="Arial"/>
              </a:rPr>
              <a:t>Discl</a:t>
            </a:r>
            <a:r>
              <a:rPr sz="800" spc="-30" dirty="0">
                <a:solidFill>
                  <a:srgbClr val="777777"/>
                </a:solidFill>
                <a:latin typeface="Arial"/>
                <a:cs typeface="Arial"/>
              </a:rPr>
              <a:t>a</a:t>
            </a:r>
            <a:r>
              <a:rPr sz="800" spc="-30" dirty="0">
                <a:solidFill>
                  <a:srgbClr val="646464"/>
                </a:solidFill>
                <a:latin typeface="Arial"/>
                <a:cs typeface="Arial"/>
              </a:rPr>
              <a:t>imer</a:t>
            </a:r>
            <a:endParaRPr sz="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78755" y="2058045"/>
            <a:ext cx="24028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</a:pPr>
            <a:r>
              <a:rPr sz="1000" spc="-4" dirty="0">
                <a:solidFill>
                  <a:srgbClr val="646464"/>
                </a:solidFill>
                <a:latin typeface="Courier New"/>
                <a:cs typeface="Courier New"/>
              </a:rPr>
              <a:t>YT</a:t>
            </a:r>
            <a:r>
              <a:rPr sz="1000" spc="0" dirty="0">
                <a:solidFill>
                  <a:srgbClr val="646464"/>
                </a:solidFill>
                <a:latin typeface="Courier New"/>
                <a:cs typeface="Courier New"/>
              </a:rPr>
              <a:t>D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70251" y="2069052"/>
            <a:ext cx="274827" cy="127000"/>
          </a:xfrm>
          <a:prstGeom prst="rect">
            <a:avLst/>
          </a:prstGeom>
        </p:spPr>
        <p:txBody>
          <a:bodyPr wrap="square" lIns="0" tIns="5842" rIns="0" bIns="0" rtlCol="0">
            <a:noAutofit/>
          </a:bodyPr>
          <a:lstStyle/>
          <a:p>
            <a:pPr marL="12700">
              <a:lnSpc>
                <a:spcPts val="919"/>
              </a:lnSpc>
            </a:pPr>
            <a:r>
              <a:rPr sz="800" spc="-217" dirty="0">
                <a:solidFill>
                  <a:srgbClr val="110B23"/>
                </a:solidFill>
                <a:latin typeface="Arial"/>
                <a:cs typeface="Arial"/>
              </a:rPr>
              <a:t>1</a:t>
            </a:r>
            <a:r>
              <a:rPr sz="800" spc="-108" dirty="0">
                <a:solidFill>
                  <a:srgbClr val="110B23"/>
                </a:solidFill>
                <a:latin typeface="Arial"/>
                <a:cs typeface="Arial"/>
              </a:rPr>
              <a:t>  </a:t>
            </a:r>
            <a:r>
              <a:rPr sz="800" spc="-99" dirty="0">
                <a:solidFill>
                  <a:srgbClr val="110B23"/>
                </a:solidFill>
                <a:latin typeface="Arial"/>
                <a:cs typeface="Arial"/>
              </a:rPr>
              <a:t> </a:t>
            </a:r>
            <a:r>
              <a:rPr sz="800" spc="-37" dirty="0">
                <a:latin typeface="Arial"/>
                <a:cs typeface="Arial"/>
              </a:rPr>
              <a:t>d</a:t>
            </a:r>
            <a:r>
              <a:rPr sz="800" spc="-11" dirty="0">
                <a:latin typeface="Arial"/>
                <a:cs typeface="Arial"/>
              </a:rPr>
              <a:t>a</a:t>
            </a:r>
            <a:r>
              <a:rPr sz="800" spc="27" dirty="0">
                <a:latin typeface="Arial"/>
                <a:cs typeface="Arial"/>
              </a:rPr>
              <a:t>y</a:t>
            </a:r>
            <a:endParaRPr sz="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61563" y="2072100"/>
            <a:ext cx="329183" cy="127000"/>
          </a:xfrm>
          <a:prstGeom prst="rect">
            <a:avLst/>
          </a:prstGeom>
        </p:spPr>
        <p:txBody>
          <a:bodyPr wrap="square" lIns="0" tIns="5842" rIns="0" bIns="0" rtlCol="0">
            <a:noAutofit/>
          </a:bodyPr>
          <a:lstStyle/>
          <a:p>
            <a:pPr marL="12700">
              <a:lnSpc>
                <a:spcPts val="919"/>
              </a:lnSpc>
            </a:pPr>
            <a:r>
              <a:rPr sz="800" spc="-12" dirty="0">
                <a:solidFill>
                  <a:srgbClr val="777777"/>
                </a:solidFill>
                <a:latin typeface="Arial"/>
                <a:cs typeface="Arial"/>
              </a:rPr>
              <a:t>5 </a:t>
            </a:r>
            <a:r>
              <a:rPr sz="800" spc="-12" dirty="0">
                <a:solidFill>
                  <a:srgbClr val="646464"/>
                </a:solidFill>
                <a:latin typeface="Arial"/>
                <a:cs typeface="Arial"/>
              </a:rPr>
              <a:t>days</a:t>
            </a:r>
            <a:endParaRPr sz="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58971" y="2069052"/>
            <a:ext cx="384312" cy="127000"/>
          </a:xfrm>
          <a:prstGeom prst="rect">
            <a:avLst/>
          </a:prstGeom>
        </p:spPr>
        <p:txBody>
          <a:bodyPr wrap="square" lIns="0" tIns="5842" rIns="0" bIns="0" rtlCol="0">
            <a:noAutofit/>
          </a:bodyPr>
          <a:lstStyle/>
          <a:p>
            <a:pPr marL="12700">
              <a:lnSpc>
                <a:spcPts val="919"/>
              </a:lnSpc>
            </a:pPr>
            <a:r>
              <a:rPr sz="800" spc="-217" dirty="0">
                <a:solidFill>
                  <a:srgbClr val="777777"/>
                </a:solidFill>
                <a:latin typeface="Arial"/>
                <a:cs typeface="Arial"/>
              </a:rPr>
              <a:t>1</a:t>
            </a:r>
            <a:r>
              <a:rPr sz="800" spc="-108" dirty="0">
                <a:solidFill>
                  <a:srgbClr val="777777"/>
                </a:solidFill>
                <a:latin typeface="Arial"/>
                <a:cs typeface="Arial"/>
              </a:rPr>
              <a:t>  </a:t>
            </a:r>
            <a:r>
              <a:rPr sz="800" spc="-74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646464"/>
                </a:solidFill>
                <a:latin typeface="Arial"/>
                <a:cs typeface="Arial"/>
              </a:rPr>
              <a:t>m</a:t>
            </a:r>
            <a:r>
              <a:rPr sz="800" spc="-19" dirty="0">
                <a:solidFill>
                  <a:srgbClr val="646464"/>
                </a:solidFill>
                <a:latin typeface="Arial"/>
                <a:cs typeface="Arial"/>
              </a:rPr>
              <a:t>on</a:t>
            </a:r>
            <a:r>
              <a:rPr sz="800" spc="-14" dirty="0">
                <a:solidFill>
                  <a:srgbClr val="646464"/>
                </a:solidFill>
                <a:latin typeface="Arial"/>
                <a:cs typeface="Arial"/>
              </a:rPr>
              <a:t>t</a:t>
            </a:r>
            <a:r>
              <a:rPr sz="800" spc="0" dirty="0">
                <a:solidFill>
                  <a:srgbClr val="646464"/>
                </a:solidFill>
                <a:latin typeface="Arial"/>
                <a:cs typeface="Arial"/>
              </a:rPr>
              <a:t>h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47235" y="2069052"/>
            <a:ext cx="451611" cy="127000"/>
          </a:xfrm>
          <a:prstGeom prst="rect">
            <a:avLst/>
          </a:prstGeom>
        </p:spPr>
        <p:txBody>
          <a:bodyPr wrap="square" lIns="0" tIns="5842" rIns="0" bIns="0" rtlCol="0">
            <a:noAutofit/>
          </a:bodyPr>
          <a:lstStyle/>
          <a:p>
            <a:pPr marL="12700">
              <a:lnSpc>
                <a:spcPts val="919"/>
              </a:lnSpc>
            </a:pPr>
            <a:r>
              <a:rPr sz="800" spc="-6" dirty="0">
                <a:solidFill>
                  <a:srgbClr val="646464"/>
                </a:solidFill>
                <a:latin typeface="Arial"/>
                <a:cs typeface="Arial"/>
              </a:rPr>
              <a:t>6 month</a:t>
            </a:r>
            <a:r>
              <a:rPr sz="800" spc="-6" dirty="0">
                <a:solidFill>
                  <a:srgbClr val="777777"/>
                </a:solidFill>
                <a:latin typeface="Arial"/>
                <a:cs typeface="Arial"/>
              </a:rPr>
              <a:t>s</a:t>
            </a:r>
            <a:endParaRPr sz="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82259" y="2069052"/>
            <a:ext cx="310519" cy="127000"/>
          </a:xfrm>
          <a:prstGeom prst="rect">
            <a:avLst/>
          </a:prstGeom>
        </p:spPr>
        <p:txBody>
          <a:bodyPr wrap="square" lIns="0" tIns="5842" rIns="0" bIns="0" rtlCol="0">
            <a:noAutofit/>
          </a:bodyPr>
          <a:lstStyle/>
          <a:p>
            <a:pPr marL="12700">
              <a:lnSpc>
                <a:spcPts val="919"/>
              </a:lnSpc>
            </a:pPr>
            <a:r>
              <a:rPr sz="800" spc="-244" dirty="0">
                <a:solidFill>
                  <a:srgbClr val="646464"/>
                </a:solidFill>
                <a:latin typeface="Arial"/>
                <a:cs typeface="Arial"/>
              </a:rPr>
              <a:t>1</a:t>
            </a:r>
            <a:r>
              <a:rPr sz="800" spc="-121" dirty="0">
                <a:solidFill>
                  <a:srgbClr val="646464"/>
                </a:solidFill>
                <a:latin typeface="Arial"/>
                <a:cs typeface="Arial"/>
              </a:rPr>
              <a:t>  </a:t>
            </a:r>
            <a:r>
              <a:rPr sz="800" spc="-42" dirty="0">
                <a:solidFill>
                  <a:srgbClr val="646464"/>
                </a:solidFill>
                <a:latin typeface="Arial"/>
                <a:cs typeface="Arial"/>
              </a:rPr>
              <a:t> </a:t>
            </a:r>
            <a:r>
              <a:rPr sz="800" spc="-15" dirty="0">
                <a:solidFill>
                  <a:srgbClr val="646464"/>
                </a:solidFill>
                <a:latin typeface="Arial"/>
                <a:cs typeface="Arial"/>
              </a:rPr>
              <a:t>y</a:t>
            </a:r>
            <a:r>
              <a:rPr sz="800" spc="-11" dirty="0">
                <a:solidFill>
                  <a:srgbClr val="646464"/>
                </a:solidFill>
                <a:latin typeface="Arial"/>
                <a:cs typeface="Arial"/>
              </a:rPr>
              <a:t>ea</a:t>
            </a:r>
            <a:r>
              <a:rPr sz="800" spc="33" dirty="0">
                <a:solidFill>
                  <a:srgbClr val="646464"/>
                </a:solidFill>
                <a:latin typeface="Arial"/>
                <a:cs typeface="Arial"/>
              </a:rPr>
              <a:t>r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79667" y="2069052"/>
            <a:ext cx="365759" cy="127000"/>
          </a:xfrm>
          <a:prstGeom prst="rect">
            <a:avLst/>
          </a:prstGeom>
        </p:spPr>
        <p:txBody>
          <a:bodyPr wrap="square" lIns="0" tIns="5842" rIns="0" bIns="0" rtlCol="0">
            <a:noAutofit/>
          </a:bodyPr>
          <a:lstStyle/>
          <a:p>
            <a:pPr marL="12700">
              <a:lnSpc>
                <a:spcPts val="919"/>
              </a:lnSpc>
            </a:pPr>
            <a:r>
              <a:rPr sz="800" spc="-9" dirty="0">
                <a:solidFill>
                  <a:srgbClr val="646464"/>
                </a:solidFill>
                <a:latin typeface="Arial"/>
                <a:cs typeface="Arial"/>
              </a:rPr>
              <a:t>5 year</a:t>
            </a:r>
            <a:r>
              <a:rPr sz="800" spc="-9" dirty="0">
                <a:solidFill>
                  <a:srgbClr val="777777"/>
                </a:solidFill>
                <a:latin typeface="Arial"/>
                <a:cs typeface="Arial"/>
              </a:rPr>
              <a:t>s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83755" y="2069052"/>
            <a:ext cx="226059" cy="127000"/>
          </a:xfrm>
          <a:prstGeom prst="rect">
            <a:avLst/>
          </a:prstGeom>
        </p:spPr>
        <p:txBody>
          <a:bodyPr wrap="square" lIns="0" tIns="5842" rIns="0" bIns="0" rtlCol="0">
            <a:noAutofit/>
          </a:bodyPr>
          <a:lstStyle/>
          <a:p>
            <a:pPr marL="12700">
              <a:lnSpc>
                <a:spcPts val="919"/>
              </a:lnSpc>
            </a:pPr>
            <a:r>
              <a:rPr sz="800" spc="-14" dirty="0">
                <a:solidFill>
                  <a:srgbClr val="646464"/>
                </a:solidFill>
                <a:latin typeface="Arial"/>
                <a:cs typeface="Arial"/>
              </a:rPr>
              <a:t>Max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03195" y="2559780"/>
            <a:ext cx="271995" cy="127000"/>
          </a:xfrm>
          <a:prstGeom prst="rect">
            <a:avLst/>
          </a:prstGeom>
        </p:spPr>
        <p:txBody>
          <a:bodyPr wrap="square" lIns="0" tIns="5842" rIns="0" bIns="0" rtlCol="0">
            <a:noAutofit/>
          </a:bodyPr>
          <a:lstStyle/>
          <a:p>
            <a:pPr marL="12700">
              <a:lnSpc>
                <a:spcPts val="919"/>
              </a:lnSpc>
            </a:pPr>
            <a:r>
              <a:rPr sz="800" spc="-36" dirty="0">
                <a:solidFill>
                  <a:srgbClr val="777777"/>
                </a:solidFill>
                <a:latin typeface="Arial"/>
                <a:cs typeface="Arial"/>
              </a:rPr>
              <a:t>118</a:t>
            </a:r>
            <a:r>
              <a:rPr sz="800" spc="-36" dirty="0">
                <a:solidFill>
                  <a:srgbClr val="959395"/>
                </a:solidFill>
                <a:latin typeface="Arial"/>
                <a:cs typeface="Arial"/>
              </a:rPr>
              <a:t>.</a:t>
            </a:r>
            <a:r>
              <a:rPr sz="800" spc="-36" dirty="0">
                <a:solidFill>
                  <a:srgbClr val="777777"/>
                </a:solidFill>
                <a:latin typeface="Arial"/>
                <a:cs typeface="Arial"/>
              </a:rPr>
              <a:t>0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03195" y="2812764"/>
            <a:ext cx="271995" cy="127000"/>
          </a:xfrm>
          <a:prstGeom prst="rect">
            <a:avLst/>
          </a:prstGeom>
        </p:spPr>
        <p:txBody>
          <a:bodyPr wrap="square" lIns="0" tIns="5842" rIns="0" bIns="0" rtlCol="0">
            <a:noAutofit/>
          </a:bodyPr>
          <a:lstStyle/>
          <a:p>
            <a:pPr marL="12700">
              <a:lnSpc>
                <a:spcPts val="919"/>
              </a:lnSpc>
            </a:pPr>
            <a:r>
              <a:rPr sz="800" spc="-36" dirty="0">
                <a:solidFill>
                  <a:srgbClr val="777777"/>
                </a:solidFill>
                <a:latin typeface="Arial"/>
                <a:cs typeface="Arial"/>
              </a:rPr>
              <a:t>117</a:t>
            </a:r>
            <a:r>
              <a:rPr sz="800" spc="-36" dirty="0">
                <a:solidFill>
                  <a:srgbClr val="959395"/>
                </a:solidFill>
                <a:latin typeface="Arial"/>
                <a:cs typeface="Arial"/>
              </a:rPr>
              <a:t>.</a:t>
            </a:r>
            <a:r>
              <a:rPr sz="800" spc="-36" dirty="0">
                <a:solidFill>
                  <a:srgbClr val="777777"/>
                </a:solidFill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91003" y="3032220"/>
            <a:ext cx="1717366" cy="407415"/>
          </a:xfrm>
          <a:prstGeom prst="rect">
            <a:avLst/>
          </a:prstGeom>
        </p:spPr>
        <p:txBody>
          <a:bodyPr wrap="square" lIns="0" tIns="5588" rIns="0" bIns="0" rtlCol="0">
            <a:noAutofit/>
          </a:bodyPr>
          <a:lstStyle/>
          <a:p>
            <a:pPr marL="24891" marR="15239">
              <a:lnSpc>
                <a:spcPts val="880"/>
              </a:lnSpc>
            </a:pPr>
            <a:r>
              <a:rPr sz="800" spc="-36" dirty="0">
                <a:solidFill>
                  <a:srgbClr val="777777"/>
                </a:solidFill>
                <a:latin typeface="Arial"/>
                <a:cs typeface="Arial"/>
              </a:rPr>
              <a:t>117</a:t>
            </a:r>
            <a:r>
              <a:rPr sz="800" spc="-36" dirty="0">
                <a:solidFill>
                  <a:srgbClr val="959395"/>
                </a:solidFill>
                <a:latin typeface="Arial"/>
                <a:cs typeface="Arial"/>
              </a:rPr>
              <a:t>.</a:t>
            </a:r>
            <a:r>
              <a:rPr sz="800" spc="-36" dirty="0">
                <a:solidFill>
                  <a:srgbClr val="777777"/>
                </a:solidFill>
                <a:latin typeface="Arial"/>
                <a:cs typeface="Arial"/>
              </a:rPr>
              <a:t>0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780"/>
              </a:lnSpc>
            </a:pPr>
            <a:r>
              <a:rPr sz="800" spc="-178" dirty="0">
                <a:solidFill>
                  <a:srgbClr val="777777"/>
                </a:solidFill>
                <a:latin typeface="Arial"/>
                <a:cs typeface="Arial"/>
              </a:rPr>
              <a:t>·</a:t>
            </a:r>
            <a:r>
              <a:rPr sz="800" spc="-148" dirty="0">
                <a:solidFill>
                  <a:srgbClr val="777777"/>
                </a:solidFill>
                <a:latin typeface="Arial"/>
                <a:cs typeface="Arial"/>
              </a:rPr>
              <a:t>     </a:t>
            </a:r>
            <a:r>
              <a:rPr sz="800" spc="-123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-178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48" dirty="0">
                <a:solidFill>
                  <a:srgbClr val="959395"/>
                </a:solidFill>
                <a:latin typeface="Arial"/>
                <a:cs typeface="Arial"/>
              </a:rPr>
              <a:t>     </a:t>
            </a:r>
            <a:r>
              <a:rPr sz="800" spc="-123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78" dirty="0">
                <a:solidFill>
                  <a:srgbClr val="777777"/>
                </a:solidFill>
                <a:latin typeface="Arial"/>
                <a:cs typeface="Arial"/>
              </a:rPr>
              <a:t>·</a:t>
            </a:r>
            <a:r>
              <a:rPr sz="800" spc="-148" dirty="0">
                <a:solidFill>
                  <a:srgbClr val="777777"/>
                </a:solidFill>
                <a:latin typeface="Arial"/>
                <a:cs typeface="Arial"/>
              </a:rPr>
              <a:t>     </a:t>
            </a:r>
            <a:r>
              <a:rPr sz="800" spc="-123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-178" dirty="0">
                <a:solidFill>
                  <a:srgbClr val="777777"/>
                </a:solidFill>
                <a:latin typeface="Arial"/>
                <a:cs typeface="Arial"/>
              </a:rPr>
              <a:t>·</a:t>
            </a:r>
            <a:r>
              <a:rPr sz="800" spc="-148" dirty="0">
                <a:solidFill>
                  <a:srgbClr val="777777"/>
                </a:solidFill>
                <a:latin typeface="Arial"/>
                <a:cs typeface="Arial"/>
              </a:rPr>
              <a:t>     </a:t>
            </a:r>
            <a:r>
              <a:rPr sz="800" spc="-147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-167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39" dirty="0">
                <a:solidFill>
                  <a:srgbClr val="959395"/>
                </a:solidFill>
                <a:latin typeface="Arial"/>
                <a:cs typeface="Arial"/>
              </a:rPr>
              <a:t>    </a:t>
            </a:r>
            <a:r>
              <a:rPr sz="800" spc="-96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67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39" dirty="0">
                <a:solidFill>
                  <a:srgbClr val="959395"/>
                </a:solidFill>
                <a:latin typeface="Arial"/>
                <a:cs typeface="Arial"/>
              </a:rPr>
              <a:t>    </a:t>
            </a:r>
            <a:r>
              <a:rPr sz="800" spc="-96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67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39" dirty="0">
                <a:solidFill>
                  <a:srgbClr val="959395"/>
                </a:solidFill>
                <a:latin typeface="Arial"/>
                <a:cs typeface="Arial"/>
              </a:rPr>
              <a:t>    </a:t>
            </a:r>
            <a:r>
              <a:rPr sz="800" spc="-121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67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39" dirty="0">
                <a:solidFill>
                  <a:srgbClr val="959395"/>
                </a:solidFill>
                <a:latin typeface="Arial"/>
                <a:cs typeface="Arial"/>
              </a:rPr>
              <a:t>    </a:t>
            </a:r>
            <a:r>
              <a:rPr sz="800" spc="-96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67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39" dirty="0">
                <a:solidFill>
                  <a:srgbClr val="959395"/>
                </a:solidFill>
                <a:latin typeface="Arial"/>
                <a:cs typeface="Arial"/>
              </a:rPr>
              <a:t>    </a:t>
            </a:r>
            <a:r>
              <a:rPr sz="800" spc="-96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67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39" dirty="0">
                <a:solidFill>
                  <a:srgbClr val="959395"/>
                </a:solidFill>
                <a:latin typeface="Arial"/>
                <a:cs typeface="Arial"/>
              </a:rPr>
              <a:t>    </a:t>
            </a:r>
            <a:r>
              <a:rPr sz="800" spc="-96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67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39" dirty="0">
                <a:solidFill>
                  <a:srgbClr val="959395"/>
                </a:solidFill>
                <a:latin typeface="Arial"/>
                <a:cs typeface="Arial"/>
              </a:rPr>
              <a:t>    </a:t>
            </a:r>
            <a:r>
              <a:rPr sz="800" spc="-121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67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39" dirty="0">
                <a:solidFill>
                  <a:srgbClr val="959395"/>
                </a:solidFill>
                <a:latin typeface="Arial"/>
                <a:cs typeface="Arial"/>
              </a:rPr>
              <a:t>    </a:t>
            </a:r>
            <a:r>
              <a:rPr sz="800" spc="-96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67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39" dirty="0">
                <a:solidFill>
                  <a:srgbClr val="959395"/>
                </a:solidFill>
                <a:latin typeface="Arial"/>
                <a:cs typeface="Arial"/>
              </a:rPr>
              <a:t>    </a:t>
            </a:r>
            <a:r>
              <a:rPr sz="800" spc="-96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67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39" dirty="0">
                <a:solidFill>
                  <a:srgbClr val="959395"/>
                </a:solidFill>
                <a:latin typeface="Arial"/>
                <a:cs typeface="Arial"/>
              </a:rPr>
              <a:t>    </a:t>
            </a:r>
            <a:r>
              <a:rPr sz="800" spc="-96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67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39" dirty="0">
                <a:solidFill>
                  <a:srgbClr val="959395"/>
                </a:solidFill>
                <a:latin typeface="Arial"/>
                <a:cs typeface="Arial"/>
              </a:rPr>
              <a:t>    </a:t>
            </a:r>
            <a:r>
              <a:rPr sz="800" spc="-121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67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39" dirty="0">
                <a:solidFill>
                  <a:srgbClr val="959395"/>
                </a:solidFill>
                <a:latin typeface="Arial"/>
                <a:cs typeface="Arial"/>
              </a:rPr>
              <a:t>    </a:t>
            </a:r>
            <a:r>
              <a:rPr sz="800" spc="-96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67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39" dirty="0">
                <a:solidFill>
                  <a:srgbClr val="959395"/>
                </a:solidFill>
                <a:latin typeface="Arial"/>
                <a:cs typeface="Arial"/>
              </a:rPr>
              <a:t>    </a:t>
            </a:r>
            <a:r>
              <a:rPr sz="800" spc="-96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67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39" dirty="0">
                <a:solidFill>
                  <a:srgbClr val="959395"/>
                </a:solidFill>
                <a:latin typeface="Arial"/>
                <a:cs typeface="Arial"/>
              </a:rPr>
              <a:t>    </a:t>
            </a:r>
            <a:r>
              <a:rPr sz="800" spc="-121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67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39" dirty="0">
                <a:solidFill>
                  <a:srgbClr val="959395"/>
                </a:solidFill>
                <a:latin typeface="Arial"/>
                <a:cs typeface="Arial"/>
              </a:rPr>
              <a:t>    </a:t>
            </a:r>
            <a:r>
              <a:rPr sz="800" spc="-96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67" dirty="0">
                <a:solidFill>
                  <a:srgbClr val="777777"/>
                </a:solidFill>
                <a:latin typeface="Arial"/>
                <a:cs typeface="Arial"/>
              </a:rPr>
              <a:t>·</a:t>
            </a:r>
            <a:r>
              <a:rPr sz="800" spc="-139" dirty="0">
                <a:solidFill>
                  <a:srgbClr val="777777"/>
                </a:solidFill>
                <a:latin typeface="Arial"/>
                <a:cs typeface="Arial"/>
              </a:rPr>
              <a:t>    </a:t>
            </a:r>
            <a:r>
              <a:rPr sz="800" spc="-96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-167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39" dirty="0">
                <a:solidFill>
                  <a:srgbClr val="959395"/>
                </a:solidFill>
                <a:latin typeface="Arial"/>
                <a:cs typeface="Arial"/>
              </a:rPr>
              <a:t>    </a:t>
            </a:r>
            <a:r>
              <a:rPr sz="800" spc="-96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67" dirty="0">
                <a:solidFill>
                  <a:srgbClr val="777777"/>
                </a:solidFill>
                <a:latin typeface="Arial"/>
                <a:cs typeface="Arial"/>
              </a:rPr>
              <a:t>·</a:t>
            </a:r>
            <a:r>
              <a:rPr sz="800" spc="-139" dirty="0">
                <a:solidFill>
                  <a:srgbClr val="777777"/>
                </a:solidFill>
                <a:latin typeface="Arial"/>
                <a:cs typeface="Arial"/>
              </a:rPr>
              <a:t>    </a:t>
            </a:r>
            <a:r>
              <a:rPr sz="800" spc="-121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-167" dirty="0">
                <a:solidFill>
                  <a:srgbClr val="777777"/>
                </a:solidFill>
                <a:latin typeface="Arial"/>
                <a:cs typeface="Arial"/>
              </a:rPr>
              <a:t>·</a:t>
            </a:r>
            <a:r>
              <a:rPr sz="800" spc="-139" dirty="0">
                <a:solidFill>
                  <a:srgbClr val="777777"/>
                </a:solidFill>
                <a:latin typeface="Arial"/>
                <a:cs typeface="Arial"/>
              </a:rPr>
              <a:t>    </a:t>
            </a:r>
            <a:r>
              <a:rPr sz="800" spc="-96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-167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39" dirty="0">
                <a:solidFill>
                  <a:srgbClr val="959395"/>
                </a:solidFill>
                <a:latin typeface="Arial"/>
                <a:cs typeface="Arial"/>
              </a:rPr>
              <a:t>    </a:t>
            </a:r>
            <a:r>
              <a:rPr sz="800" spc="-96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67" dirty="0">
                <a:solidFill>
                  <a:srgbClr val="777777"/>
                </a:solidFill>
                <a:latin typeface="Arial"/>
                <a:cs typeface="Arial"/>
              </a:rPr>
              <a:t>·</a:t>
            </a:r>
            <a:endParaRPr sz="800">
              <a:latin typeface="Arial"/>
              <a:cs typeface="Arial"/>
            </a:endParaRPr>
          </a:p>
          <a:p>
            <a:pPr marL="24891" marR="15239">
              <a:lnSpc>
                <a:spcPct val="95825"/>
              </a:lnSpc>
              <a:spcBef>
                <a:spcPts val="505"/>
              </a:spcBef>
            </a:pPr>
            <a:r>
              <a:rPr sz="800" spc="-36" dirty="0">
                <a:solidFill>
                  <a:srgbClr val="777777"/>
                </a:solidFill>
                <a:latin typeface="Arial"/>
                <a:cs typeface="Arial"/>
              </a:rPr>
              <a:t>116</a:t>
            </a:r>
            <a:r>
              <a:rPr sz="800" spc="-36" dirty="0">
                <a:solidFill>
                  <a:srgbClr val="959395"/>
                </a:solidFill>
                <a:latin typeface="Arial"/>
                <a:cs typeface="Arial"/>
              </a:rPr>
              <a:t>.</a:t>
            </a:r>
            <a:r>
              <a:rPr sz="800" spc="-36" dirty="0">
                <a:solidFill>
                  <a:srgbClr val="777777"/>
                </a:solidFill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63843" y="3032220"/>
            <a:ext cx="1140460" cy="340359"/>
          </a:xfrm>
          <a:prstGeom prst="rect">
            <a:avLst/>
          </a:prstGeom>
        </p:spPr>
        <p:txBody>
          <a:bodyPr wrap="square" lIns="0" tIns="5588" rIns="0" bIns="0" rtlCol="0">
            <a:noAutofit/>
          </a:bodyPr>
          <a:lstStyle/>
          <a:p>
            <a:pPr marL="732028">
              <a:lnSpc>
                <a:spcPts val="880"/>
              </a:lnSpc>
            </a:pPr>
            <a:r>
              <a:rPr sz="800" spc="-15" dirty="0">
                <a:solidFill>
                  <a:srgbClr val="777777"/>
                </a:solidFill>
                <a:latin typeface="Arial"/>
                <a:cs typeface="Arial"/>
              </a:rPr>
              <a:t>Previous</a:t>
            </a:r>
            <a:endParaRPr sz="800">
              <a:latin typeface="Arial"/>
              <a:cs typeface="Arial"/>
            </a:endParaRPr>
          </a:p>
          <a:p>
            <a:pPr marL="12700" marR="15240">
              <a:lnSpc>
                <a:spcPts val="780"/>
              </a:lnSpc>
            </a:pPr>
            <a:r>
              <a:rPr sz="800" spc="-167" dirty="0">
                <a:solidFill>
                  <a:srgbClr val="777777"/>
                </a:solidFill>
                <a:latin typeface="Arial"/>
                <a:cs typeface="Arial"/>
              </a:rPr>
              <a:t>·</a:t>
            </a:r>
            <a:r>
              <a:rPr sz="800" spc="-139" dirty="0">
                <a:solidFill>
                  <a:srgbClr val="777777"/>
                </a:solidFill>
                <a:latin typeface="Arial"/>
                <a:cs typeface="Arial"/>
              </a:rPr>
              <a:t>    </a:t>
            </a:r>
            <a:r>
              <a:rPr sz="800" spc="-96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-167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39" dirty="0">
                <a:solidFill>
                  <a:srgbClr val="959395"/>
                </a:solidFill>
                <a:latin typeface="Arial"/>
                <a:cs typeface="Arial"/>
              </a:rPr>
              <a:t>    </a:t>
            </a:r>
            <a:r>
              <a:rPr sz="800" spc="-121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67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39" dirty="0">
                <a:solidFill>
                  <a:srgbClr val="959395"/>
                </a:solidFill>
                <a:latin typeface="Arial"/>
                <a:cs typeface="Arial"/>
              </a:rPr>
              <a:t>    </a:t>
            </a:r>
            <a:r>
              <a:rPr sz="800" spc="-96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45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283" dirty="0">
                <a:solidFill>
                  <a:srgbClr val="959395"/>
                </a:solidFill>
                <a:latin typeface="Arial"/>
                <a:cs typeface="Arial"/>
              </a:rPr>
              <a:t>··</a:t>
            </a:r>
            <a:r>
              <a:rPr sz="800" spc="261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283" dirty="0">
                <a:solidFill>
                  <a:srgbClr val="777777"/>
                </a:solidFill>
                <a:latin typeface="Arial"/>
                <a:cs typeface="Arial"/>
              </a:rPr>
              <a:t>·</a:t>
            </a:r>
            <a:r>
              <a:rPr sz="800" spc="283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261" dirty="0">
                <a:solidFill>
                  <a:srgbClr val="777777"/>
                </a:solidFill>
                <a:latin typeface="Arial"/>
                <a:cs typeface="Arial"/>
              </a:rPr>
              <a:t>·</a:t>
            </a:r>
            <a:r>
              <a:rPr sz="800" spc="115" dirty="0">
                <a:solidFill>
                  <a:srgbClr val="777777"/>
                </a:solidFill>
                <a:latin typeface="Arial"/>
                <a:cs typeface="Arial"/>
              </a:rPr>
              <a:t>·</a:t>
            </a:r>
            <a:r>
              <a:rPr sz="800" spc="32" dirty="0">
                <a:solidFill>
                  <a:srgbClr val="777777"/>
                </a:solidFill>
                <a:latin typeface="Arial"/>
                <a:cs typeface="Arial"/>
              </a:rPr>
              <a:t>c</a:t>
            </a:r>
            <a:r>
              <a:rPr sz="800" spc="-56" dirty="0">
                <a:solidFill>
                  <a:srgbClr val="777777"/>
                </a:solidFill>
                <a:latin typeface="Arial"/>
                <a:cs typeface="Arial"/>
              </a:rPr>
              <a:t>l</a:t>
            </a:r>
            <a:r>
              <a:rPr sz="800" spc="11" dirty="0">
                <a:solidFill>
                  <a:srgbClr val="777777"/>
                </a:solidFill>
                <a:latin typeface="Arial"/>
                <a:cs typeface="Arial"/>
              </a:rPr>
              <a:t>o</a:t>
            </a:r>
            <a:r>
              <a:rPr sz="800" spc="8" dirty="0">
                <a:solidFill>
                  <a:srgbClr val="777777"/>
                </a:solidFill>
                <a:latin typeface="Arial"/>
                <a:cs typeface="Arial"/>
              </a:rPr>
              <a:t>s</a:t>
            </a:r>
            <a:r>
              <a:rPr sz="800" spc="-17" dirty="0">
                <a:solidFill>
                  <a:srgbClr val="777777"/>
                </a:solidFill>
                <a:latin typeface="Arial"/>
                <a:cs typeface="Arial"/>
              </a:rPr>
              <a:t>e</a:t>
            </a:r>
            <a:endParaRPr sz="800">
              <a:latin typeface="Arial"/>
              <a:cs typeface="Arial"/>
            </a:endParaRPr>
          </a:p>
          <a:p>
            <a:pPr marL="735075" marR="15240">
              <a:lnSpc>
                <a:spcPct val="95825"/>
              </a:lnSpc>
            </a:pPr>
            <a:r>
              <a:rPr sz="800" spc="-32" dirty="0">
                <a:solidFill>
                  <a:srgbClr val="777777"/>
                </a:solidFill>
                <a:latin typeface="Arial"/>
                <a:cs typeface="Arial"/>
              </a:rPr>
              <a:t>116</a:t>
            </a:r>
            <a:r>
              <a:rPr sz="800" spc="-32" dirty="0">
                <a:solidFill>
                  <a:srgbClr val="959395"/>
                </a:solidFill>
                <a:latin typeface="Arial"/>
                <a:cs typeface="Arial"/>
              </a:rPr>
              <a:t>.</a:t>
            </a:r>
            <a:r>
              <a:rPr sz="800" spc="-32" dirty="0">
                <a:solidFill>
                  <a:srgbClr val="777777"/>
                </a:solidFill>
                <a:latin typeface="Arial"/>
                <a:cs typeface="Arial"/>
              </a:rPr>
              <a:t>87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25315" y="3126708"/>
            <a:ext cx="604846" cy="127000"/>
          </a:xfrm>
          <a:prstGeom prst="rect">
            <a:avLst/>
          </a:prstGeom>
        </p:spPr>
        <p:txBody>
          <a:bodyPr wrap="square" lIns="0" tIns="5842" rIns="0" bIns="0" rtlCol="0">
            <a:noAutofit/>
          </a:bodyPr>
          <a:lstStyle/>
          <a:p>
            <a:pPr marL="12700">
              <a:lnSpc>
                <a:spcPts val="919"/>
              </a:lnSpc>
            </a:pPr>
            <a:r>
              <a:rPr sz="800" spc="-178" dirty="0">
                <a:solidFill>
                  <a:srgbClr val="777777"/>
                </a:solidFill>
                <a:latin typeface="Arial"/>
                <a:cs typeface="Arial"/>
              </a:rPr>
              <a:t>·</a:t>
            </a:r>
            <a:r>
              <a:rPr sz="800" spc="-148" dirty="0">
                <a:solidFill>
                  <a:srgbClr val="777777"/>
                </a:solidFill>
                <a:latin typeface="Arial"/>
                <a:cs typeface="Arial"/>
              </a:rPr>
              <a:t>     </a:t>
            </a:r>
            <a:r>
              <a:rPr sz="800" spc="-147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-178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48" dirty="0">
                <a:solidFill>
                  <a:srgbClr val="959395"/>
                </a:solidFill>
                <a:latin typeface="Arial"/>
                <a:cs typeface="Arial"/>
              </a:rPr>
              <a:t>     </a:t>
            </a:r>
            <a:r>
              <a:rPr sz="800" spc="-123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78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48" dirty="0">
                <a:solidFill>
                  <a:srgbClr val="959395"/>
                </a:solidFill>
                <a:latin typeface="Arial"/>
                <a:cs typeface="Arial"/>
              </a:rPr>
              <a:t>     </a:t>
            </a:r>
            <a:r>
              <a:rPr sz="800" spc="-123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78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48" dirty="0">
                <a:solidFill>
                  <a:srgbClr val="959395"/>
                </a:solidFill>
                <a:latin typeface="Arial"/>
                <a:cs typeface="Arial"/>
              </a:rPr>
              <a:t>     </a:t>
            </a:r>
            <a:r>
              <a:rPr sz="800" spc="-123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78" dirty="0">
                <a:solidFill>
                  <a:srgbClr val="777777"/>
                </a:solidFill>
                <a:latin typeface="Arial"/>
                <a:cs typeface="Arial"/>
              </a:rPr>
              <a:t>·</a:t>
            </a:r>
            <a:r>
              <a:rPr sz="800" spc="-148" dirty="0">
                <a:solidFill>
                  <a:srgbClr val="777777"/>
                </a:solidFill>
                <a:latin typeface="Arial"/>
                <a:cs typeface="Arial"/>
              </a:rPr>
              <a:t>     </a:t>
            </a:r>
            <a:r>
              <a:rPr sz="800" spc="-147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-167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39" dirty="0">
                <a:solidFill>
                  <a:srgbClr val="959395"/>
                </a:solidFill>
                <a:latin typeface="Arial"/>
                <a:cs typeface="Arial"/>
              </a:rPr>
              <a:t>    </a:t>
            </a:r>
            <a:r>
              <a:rPr sz="800" spc="-96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67" dirty="0">
                <a:solidFill>
                  <a:srgbClr val="777777"/>
                </a:solidFill>
                <a:latin typeface="Arial"/>
                <a:cs typeface="Arial"/>
              </a:rPr>
              <a:t>·</a:t>
            </a:r>
            <a:r>
              <a:rPr sz="800" spc="-139" dirty="0">
                <a:solidFill>
                  <a:srgbClr val="777777"/>
                </a:solidFill>
                <a:latin typeface="Arial"/>
                <a:cs typeface="Arial"/>
              </a:rPr>
              <a:t>    </a:t>
            </a:r>
            <a:r>
              <a:rPr sz="800" spc="-96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-167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39" dirty="0">
                <a:solidFill>
                  <a:srgbClr val="959395"/>
                </a:solidFill>
                <a:latin typeface="Arial"/>
                <a:cs typeface="Arial"/>
              </a:rPr>
              <a:t>    </a:t>
            </a:r>
            <a:r>
              <a:rPr sz="800" spc="-121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67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47107" y="3126708"/>
            <a:ext cx="1299790" cy="127000"/>
          </a:xfrm>
          <a:prstGeom prst="rect">
            <a:avLst/>
          </a:prstGeom>
        </p:spPr>
        <p:txBody>
          <a:bodyPr wrap="square" lIns="0" tIns="5842" rIns="0" bIns="0" rtlCol="0">
            <a:noAutofit/>
          </a:bodyPr>
          <a:lstStyle/>
          <a:p>
            <a:pPr marL="12700">
              <a:lnSpc>
                <a:spcPts val="919"/>
              </a:lnSpc>
            </a:pPr>
            <a:r>
              <a:rPr sz="800" spc="-178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48" dirty="0">
                <a:solidFill>
                  <a:srgbClr val="959395"/>
                </a:solidFill>
                <a:latin typeface="Arial"/>
                <a:cs typeface="Arial"/>
              </a:rPr>
              <a:t>     </a:t>
            </a:r>
            <a:r>
              <a:rPr sz="800" spc="-123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78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48" dirty="0">
                <a:solidFill>
                  <a:srgbClr val="959395"/>
                </a:solidFill>
                <a:latin typeface="Arial"/>
                <a:cs typeface="Arial"/>
              </a:rPr>
              <a:t>     </a:t>
            </a:r>
            <a:r>
              <a:rPr sz="800" spc="-123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78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48" dirty="0">
                <a:solidFill>
                  <a:srgbClr val="959395"/>
                </a:solidFill>
                <a:latin typeface="Arial"/>
                <a:cs typeface="Arial"/>
              </a:rPr>
              <a:t>      </a:t>
            </a:r>
            <a:r>
              <a:rPr sz="800" spc="-178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48" dirty="0">
                <a:solidFill>
                  <a:srgbClr val="959395"/>
                </a:solidFill>
                <a:latin typeface="Arial"/>
                <a:cs typeface="Arial"/>
              </a:rPr>
              <a:t>     </a:t>
            </a:r>
            <a:r>
              <a:rPr sz="800" spc="-123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78" dirty="0">
                <a:solidFill>
                  <a:srgbClr val="777777"/>
                </a:solidFill>
                <a:latin typeface="Arial"/>
                <a:cs typeface="Arial"/>
              </a:rPr>
              <a:t>·</a:t>
            </a:r>
            <a:r>
              <a:rPr sz="800" spc="-148" dirty="0">
                <a:solidFill>
                  <a:srgbClr val="777777"/>
                </a:solidFill>
                <a:latin typeface="Arial"/>
                <a:cs typeface="Arial"/>
              </a:rPr>
              <a:t>     </a:t>
            </a:r>
            <a:r>
              <a:rPr sz="800" spc="-123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-178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48" dirty="0">
                <a:solidFill>
                  <a:srgbClr val="959395"/>
                </a:solidFill>
                <a:latin typeface="Arial"/>
                <a:cs typeface="Arial"/>
              </a:rPr>
              <a:t>     </a:t>
            </a:r>
            <a:r>
              <a:rPr sz="800" spc="-123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78" dirty="0">
                <a:solidFill>
                  <a:srgbClr val="777777"/>
                </a:solidFill>
                <a:latin typeface="Arial"/>
                <a:cs typeface="Arial"/>
              </a:rPr>
              <a:t>·</a:t>
            </a:r>
            <a:r>
              <a:rPr sz="800" spc="-148" dirty="0">
                <a:solidFill>
                  <a:srgbClr val="777777"/>
                </a:solidFill>
                <a:latin typeface="Arial"/>
                <a:cs typeface="Arial"/>
              </a:rPr>
              <a:t>     </a:t>
            </a:r>
            <a:r>
              <a:rPr sz="800" spc="-147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-178" dirty="0">
                <a:solidFill>
                  <a:srgbClr val="777777"/>
                </a:solidFill>
                <a:latin typeface="Arial"/>
                <a:cs typeface="Arial"/>
              </a:rPr>
              <a:t>·</a:t>
            </a:r>
            <a:r>
              <a:rPr sz="800" spc="-148" dirty="0">
                <a:solidFill>
                  <a:srgbClr val="777777"/>
                </a:solidFill>
                <a:latin typeface="Arial"/>
                <a:cs typeface="Arial"/>
              </a:rPr>
              <a:t>     </a:t>
            </a:r>
            <a:r>
              <a:rPr sz="800" spc="-123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-178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48" dirty="0">
                <a:solidFill>
                  <a:srgbClr val="959395"/>
                </a:solidFill>
                <a:latin typeface="Arial"/>
                <a:cs typeface="Arial"/>
              </a:rPr>
              <a:t>     </a:t>
            </a:r>
            <a:r>
              <a:rPr sz="800" spc="-123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78" dirty="0">
                <a:solidFill>
                  <a:srgbClr val="777777"/>
                </a:solidFill>
                <a:latin typeface="Arial"/>
                <a:cs typeface="Arial"/>
              </a:rPr>
              <a:t>·</a:t>
            </a:r>
            <a:r>
              <a:rPr sz="800" spc="-148" dirty="0">
                <a:solidFill>
                  <a:srgbClr val="777777"/>
                </a:solidFill>
                <a:latin typeface="Arial"/>
                <a:cs typeface="Arial"/>
              </a:rPr>
              <a:t>      </a:t>
            </a:r>
            <a:r>
              <a:rPr sz="800" spc="-178" dirty="0">
                <a:solidFill>
                  <a:srgbClr val="777777"/>
                </a:solidFill>
                <a:latin typeface="Arial"/>
                <a:cs typeface="Arial"/>
              </a:rPr>
              <a:t>·</a:t>
            </a:r>
            <a:r>
              <a:rPr sz="800" spc="-148" dirty="0">
                <a:solidFill>
                  <a:srgbClr val="777777"/>
                </a:solidFill>
                <a:latin typeface="Arial"/>
                <a:cs typeface="Arial"/>
              </a:rPr>
              <a:t>     </a:t>
            </a:r>
            <a:r>
              <a:rPr sz="800" spc="-123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-178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48" dirty="0">
                <a:solidFill>
                  <a:srgbClr val="959395"/>
                </a:solidFill>
                <a:latin typeface="Arial"/>
                <a:cs typeface="Arial"/>
              </a:rPr>
              <a:t>     </a:t>
            </a:r>
            <a:r>
              <a:rPr sz="800" spc="-123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78" dirty="0">
                <a:solidFill>
                  <a:srgbClr val="777777"/>
                </a:solidFill>
                <a:latin typeface="Arial"/>
                <a:cs typeface="Arial"/>
              </a:rPr>
              <a:t>·</a:t>
            </a:r>
            <a:r>
              <a:rPr sz="800" spc="-148" dirty="0">
                <a:solidFill>
                  <a:srgbClr val="777777"/>
                </a:solidFill>
                <a:latin typeface="Arial"/>
                <a:cs typeface="Arial"/>
              </a:rPr>
              <a:t>     </a:t>
            </a:r>
            <a:r>
              <a:rPr sz="800" spc="-123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-178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48" dirty="0">
                <a:solidFill>
                  <a:srgbClr val="959395"/>
                </a:solidFill>
                <a:latin typeface="Arial"/>
                <a:cs typeface="Arial"/>
              </a:rPr>
              <a:t>      </a:t>
            </a:r>
            <a:r>
              <a:rPr sz="800" spc="-178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48" dirty="0">
                <a:solidFill>
                  <a:srgbClr val="959395"/>
                </a:solidFill>
                <a:latin typeface="Arial"/>
                <a:cs typeface="Arial"/>
              </a:rPr>
              <a:t>     </a:t>
            </a:r>
            <a:r>
              <a:rPr sz="800" spc="-123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78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48" dirty="0">
                <a:solidFill>
                  <a:srgbClr val="959395"/>
                </a:solidFill>
                <a:latin typeface="Arial"/>
                <a:cs typeface="Arial"/>
              </a:rPr>
              <a:t>     </a:t>
            </a:r>
            <a:r>
              <a:rPr sz="800" spc="-123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78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r>
              <a:rPr sz="800" spc="-148" dirty="0">
                <a:solidFill>
                  <a:srgbClr val="959395"/>
                </a:solidFill>
                <a:latin typeface="Arial"/>
                <a:cs typeface="Arial"/>
              </a:rPr>
              <a:t>     </a:t>
            </a:r>
            <a:r>
              <a:rPr sz="800" spc="-123" dirty="0">
                <a:solidFill>
                  <a:srgbClr val="959395"/>
                </a:solidFill>
                <a:latin typeface="Arial"/>
                <a:cs typeface="Arial"/>
              </a:rPr>
              <a:t> </a:t>
            </a:r>
            <a:r>
              <a:rPr sz="800" spc="-178" dirty="0">
                <a:solidFill>
                  <a:srgbClr val="777777"/>
                </a:solidFill>
                <a:latin typeface="Arial"/>
                <a:cs typeface="Arial"/>
              </a:rPr>
              <a:t>·</a:t>
            </a:r>
            <a:r>
              <a:rPr sz="800" spc="-148" dirty="0">
                <a:solidFill>
                  <a:srgbClr val="777777"/>
                </a:solidFill>
                <a:latin typeface="Arial"/>
                <a:cs typeface="Arial"/>
              </a:rPr>
              <a:t>     </a:t>
            </a:r>
            <a:r>
              <a:rPr sz="800" spc="-147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-167" dirty="0">
                <a:solidFill>
                  <a:srgbClr val="959395"/>
                </a:solidFill>
                <a:latin typeface="Arial"/>
                <a:cs typeface="Arial"/>
              </a:rPr>
              <a:t>·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03195" y="3568668"/>
            <a:ext cx="271995" cy="127000"/>
          </a:xfrm>
          <a:prstGeom prst="rect">
            <a:avLst/>
          </a:prstGeom>
        </p:spPr>
        <p:txBody>
          <a:bodyPr wrap="square" lIns="0" tIns="5842" rIns="0" bIns="0" rtlCol="0">
            <a:noAutofit/>
          </a:bodyPr>
          <a:lstStyle/>
          <a:p>
            <a:pPr marL="12700">
              <a:lnSpc>
                <a:spcPts val="919"/>
              </a:lnSpc>
            </a:pPr>
            <a:r>
              <a:rPr sz="800" spc="-36" dirty="0">
                <a:solidFill>
                  <a:srgbClr val="777777"/>
                </a:solidFill>
                <a:latin typeface="Arial"/>
                <a:cs typeface="Arial"/>
              </a:rPr>
              <a:t>116.0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03195" y="3806412"/>
            <a:ext cx="4806590" cy="127000"/>
          </a:xfrm>
          <a:prstGeom prst="rect">
            <a:avLst/>
          </a:prstGeom>
        </p:spPr>
        <p:txBody>
          <a:bodyPr wrap="square" lIns="0" tIns="5842" rIns="0" bIns="0" rtlCol="0">
            <a:noAutofit/>
          </a:bodyPr>
          <a:lstStyle/>
          <a:p>
            <a:pPr marL="12700">
              <a:lnSpc>
                <a:spcPts val="919"/>
              </a:lnSpc>
            </a:pPr>
            <a:r>
              <a:rPr sz="800" spc="641" dirty="0">
                <a:solidFill>
                  <a:srgbClr val="777777"/>
                </a:solidFill>
                <a:latin typeface="Arial"/>
                <a:cs typeface="Arial"/>
              </a:rPr>
              <a:t>115</a:t>
            </a:r>
            <a:r>
              <a:rPr sz="800" spc="641" dirty="0">
                <a:solidFill>
                  <a:srgbClr val="959395"/>
                </a:solidFill>
                <a:latin typeface="Arial"/>
                <a:cs typeface="Arial"/>
              </a:rPr>
              <a:t>,,----~--~----~----~---~---~~---~---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08579" y="3925284"/>
            <a:ext cx="445993" cy="127000"/>
          </a:xfrm>
          <a:prstGeom prst="rect">
            <a:avLst/>
          </a:prstGeom>
        </p:spPr>
        <p:txBody>
          <a:bodyPr wrap="square" lIns="0" tIns="5842" rIns="0" bIns="0" rtlCol="0">
            <a:noAutofit/>
          </a:bodyPr>
          <a:lstStyle/>
          <a:p>
            <a:pPr marL="12700">
              <a:lnSpc>
                <a:spcPts val="919"/>
              </a:lnSpc>
            </a:pPr>
            <a:r>
              <a:rPr sz="800" spc="-22" dirty="0">
                <a:solidFill>
                  <a:srgbClr val="777777"/>
                </a:solidFill>
                <a:latin typeface="Arial"/>
                <a:cs typeface="Arial"/>
              </a:rPr>
              <a:t>10:00 AM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30827" y="3925284"/>
            <a:ext cx="455137" cy="127000"/>
          </a:xfrm>
          <a:prstGeom prst="rect">
            <a:avLst/>
          </a:prstGeom>
        </p:spPr>
        <p:txBody>
          <a:bodyPr wrap="square" lIns="0" tIns="5842" rIns="0" bIns="0" rtlCol="0">
            <a:noAutofit/>
          </a:bodyPr>
          <a:lstStyle/>
          <a:p>
            <a:pPr marL="12700">
              <a:lnSpc>
                <a:spcPts val="919"/>
              </a:lnSpc>
            </a:pPr>
            <a:r>
              <a:rPr sz="800" spc="-7" dirty="0">
                <a:solidFill>
                  <a:srgbClr val="777777"/>
                </a:solidFill>
                <a:latin typeface="Arial"/>
                <a:cs typeface="Arial"/>
              </a:rPr>
              <a:t>12</a:t>
            </a:r>
            <a:r>
              <a:rPr sz="800" spc="-7" dirty="0">
                <a:solidFill>
                  <a:srgbClr val="959395"/>
                </a:solidFill>
                <a:latin typeface="Arial"/>
                <a:cs typeface="Arial"/>
              </a:rPr>
              <a:t>:</a:t>
            </a:r>
            <a:r>
              <a:rPr sz="800" spc="-7" dirty="0">
                <a:solidFill>
                  <a:srgbClr val="777777"/>
                </a:solidFill>
                <a:latin typeface="Arial"/>
                <a:cs typeface="Arial"/>
              </a:rPr>
              <a:t>00 PM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73955" y="3925284"/>
            <a:ext cx="1012921" cy="127000"/>
          </a:xfrm>
          <a:prstGeom prst="rect">
            <a:avLst/>
          </a:prstGeom>
        </p:spPr>
        <p:txBody>
          <a:bodyPr wrap="square" lIns="0" tIns="5842" rIns="0" bIns="0" rtlCol="0">
            <a:noAutofit/>
          </a:bodyPr>
          <a:lstStyle/>
          <a:p>
            <a:pPr marL="12700">
              <a:lnSpc>
                <a:spcPts val="919"/>
              </a:lnSpc>
            </a:pPr>
            <a:r>
              <a:rPr sz="800" spc="-135" dirty="0">
                <a:solidFill>
                  <a:srgbClr val="777777"/>
                </a:solidFill>
                <a:latin typeface="Arial"/>
                <a:cs typeface="Arial"/>
              </a:rPr>
              <a:t>1</a:t>
            </a:r>
            <a:r>
              <a:rPr sz="800" spc="40" dirty="0">
                <a:solidFill>
                  <a:srgbClr val="777777"/>
                </a:solidFill>
                <a:latin typeface="Arial"/>
                <a:cs typeface="Arial"/>
              </a:rPr>
              <a:t>:</a:t>
            </a:r>
            <a:r>
              <a:rPr sz="800" spc="11" dirty="0">
                <a:solidFill>
                  <a:srgbClr val="777777"/>
                </a:solidFill>
                <a:latin typeface="Arial"/>
                <a:cs typeface="Arial"/>
              </a:rPr>
              <a:t>0</a:t>
            </a:r>
            <a:r>
              <a:rPr sz="800" spc="-17" dirty="0">
                <a:solidFill>
                  <a:srgbClr val="777777"/>
                </a:solidFill>
                <a:latin typeface="Arial"/>
                <a:cs typeface="Arial"/>
              </a:rPr>
              <a:t>0</a:t>
            </a:r>
            <a:r>
              <a:rPr sz="800" spc="44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777777"/>
                </a:solidFill>
                <a:latin typeface="Arial"/>
                <a:cs typeface="Arial"/>
              </a:rPr>
              <a:t>P</a:t>
            </a:r>
            <a:r>
              <a:rPr sz="800" spc="0" dirty="0">
                <a:solidFill>
                  <a:srgbClr val="777777"/>
                </a:solidFill>
                <a:latin typeface="Arial"/>
                <a:cs typeface="Arial"/>
              </a:rPr>
              <a:t>M       </a:t>
            </a:r>
            <a:r>
              <a:rPr sz="800" spc="124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-11" dirty="0">
                <a:solidFill>
                  <a:srgbClr val="777777"/>
                </a:solidFill>
                <a:latin typeface="Arial"/>
                <a:cs typeface="Arial"/>
              </a:rPr>
              <a:t>2</a:t>
            </a:r>
            <a:r>
              <a:rPr sz="800" spc="-51" dirty="0">
                <a:solidFill>
                  <a:srgbClr val="959395"/>
                </a:solidFill>
                <a:latin typeface="Arial"/>
                <a:cs typeface="Arial"/>
              </a:rPr>
              <a:t>:</a:t>
            </a:r>
            <a:r>
              <a:rPr sz="800" spc="11" dirty="0">
                <a:solidFill>
                  <a:srgbClr val="777777"/>
                </a:solidFill>
                <a:latin typeface="Arial"/>
                <a:cs typeface="Arial"/>
              </a:rPr>
              <a:t>0</a:t>
            </a:r>
            <a:r>
              <a:rPr sz="800" spc="-17" dirty="0">
                <a:solidFill>
                  <a:srgbClr val="777777"/>
                </a:solidFill>
                <a:latin typeface="Arial"/>
                <a:cs typeface="Arial"/>
              </a:rPr>
              <a:t>0</a:t>
            </a:r>
            <a:r>
              <a:rPr sz="800" spc="69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-19" dirty="0">
                <a:solidFill>
                  <a:srgbClr val="777777"/>
                </a:solidFill>
                <a:latin typeface="Arial"/>
                <a:cs typeface="Arial"/>
              </a:rPr>
              <a:t>P</a:t>
            </a:r>
            <a:r>
              <a:rPr sz="800" spc="0" dirty="0">
                <a:solidFill>
                  <a:srgbClr val="777777"/>
                </a:solidFill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99251" y="3925284"/>
            <a:ext cx="1019354" cy="127000"/>
          </a:xfrm>
          <a:prstGeom prst="rect">
            <a:avLst/>
          </a:prstGeom>
        </p:spPr>
        <p:txBody>
          <a:bodyPr wrap="square" lIns="0" tIns="5842" rIns="0" bIns="0" rtlCol="0">
            <a:noAutofit/>
          </a:bodyPr>
          <a:lstStyle/>
          <a:p>
            <a:pPr marL="12700">
              <a:lnSpc>
                <a:spcPts val="919"/>
              </a:lnSpc>
            </a:pPr>
            <a:r>
              <a:rPr sz="800" spc="-11" dirty="0">
                <a:solidFill>
                  <a:srgbClr val="777777"/>
                </a:solidFill>
                <a:latin typeface="Arial"/>
                <a:cs typeface="Arial"/>
              </a:rPr>
              <a:t>3</a:t>
            </a:r>
            <a:r>
              <a:rPr sz="800" spc="-51" dirty="0">
                <a:solidFill>
                  <a:srgbClr val="959395"/>
                </a:solidFill>
                <a:latin typeface="Arial"/>
                <a:cs typeface="Arial"/>
              </a:rPr>
              <a:t>:</a:t>
            </a:r>
            <a:r>
              <a:rPr sz="800" spc="11" dirty="0">
                <a:solidFill>
                  <a:srgbClr val="777777"/>
                </a:solidFill>
                <a:latin typeface="Arial"/>
                <a:cs typeface="Arial"/>
              </a:rPr>
              <a:t>0</a:t>
            </a:r>
            <a:r>
              <a:rPr sz="800" spc="-17" dirty="0">
                <a:solidFill>
                  <a:srgbClr val="777777"/>
                </a:solidFill>
                <a:latin typeface="Arial"/>
                <a:cs typeface="Arial"/>
              </a:rPr>
              <a:t>0</a:t>
            </a:r>
            <a:r>
              <a:rPr sz="800" spc="69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-19" dirty="0">
                <a:solidFill>
                  <a:srgbClr val="777777"/>
                </a:solidFill>
                <a:latin typeface="Arial"/>
                <a:cs typeface="Arial"/>
              </a:rPr>
              <a:t>P</a:t>
            </a:r>
            <a:r>
              <a:rPr sz="800" spc="0" dirty="0">
                <a:solidFill>
                  <a:srgbClr val="777777"/>
                </a:solidFill>
                <a:latin typeface="Arial"/>
                <a:cs typeface="Arial"/>
              </a:rPr>
              <a:t>M       </a:t>
            </a:r>
            <a:r>
              <a:rPr sz="800" spc="72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-19" dirty="0">
                <a:solidFill>
                  <a:srgbClr val="777777"/>
                </a:solidFill>
                <a:latin typeface="Arial"/>
                <a:cs typeface="Arial"/>
              </a:rPr>
              <a:t>4</a:t>
            </a:r>
            <a:r>
              <a:rPr sz="800" spc="-9" dirty="0">
                <a:solidFill>
                  <a:srgbClr val="777777"/>
                </a:solidFill>
                <a:latin typeface="Arial"/>
                <a:cs typeface="Arial"/>
              </a:rPr>
              <a:t>:</a:t>
            </a:r>
            <a:r>
              <a:rPr sz="800" spc="-19" dirty="0">
                <a:solidFill>
                  <a:srgbClr val="777777"/>
                </a:solidFill>
                <a:latin typeface="Arial"/>
                <a:cs typeface="Arial"/>
              </a:rPr>
              <a:t>0</a:t>
            </a:r>
            <a:r>
              <a:rPr sz="800" spc="0" dirty="0">
                <a:solidFill>
                  <a:srgbClr val="777777"/>
                </a:solidFill>
                <a:latin typeface="Arial"/>
                <a:cs typeface="Arial"/>
              </a:rPr>
              <a:t>0</a:t>
            </a:r>
            <a:r>
              <a:rPr sz="800" spc="69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800" spc="-19" dirty="0">
                <a:solidFill>
                  <a:srgbClr val="777777"/>
                </a:solidFill>
                <a:latin typeface="Arial"/>
                <a:cs typeface="Arial"/>
              </a:rPr>
              <a:t>P</a:t>
            </a:r>
            <a:r>
              <a:rPr sz="800" spc="0" dirty="0">
                <a:solidFill>
                  <a:srgbClr val="777777"/>
                </a:solidFill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18435" y="4202652"/>
            <a:ext cx="379769" cy="681736"/>
          </a:xfrm>
          <a:prstGeom prst="rect">
            <a:avLst/>
          </a:prstGeom>
        </p:spPr>
        <p:txBody>
          <a:bodyPr wrap="square" lIns="0" tIns="5842" rIns="0" bIns="0" rtlCol="0">
            <a:noAutofit/>
          </a:bodyPr>
          <a:lstStyle/>
          <a:p>
            <a:pPr marL="12700" marR="4824">
              <a:lnSpc>
                <a:spcPts val="919"/>
              </a:lnSpc>
            </a:pPr>
            <a:r>
              <a:rPr sz="800" spc="-14" dirty="0">
                <a:solidFill>
                  <a:srgbClr val="2A2A2B"/>
                </a:solidFill>
                <a:latin typeface="Arial"/>
                <a:cs typeface="Arial"/>
              </a:rPr>
              <a:t>Open</a:t>
            </a:r>
            <a:endParaRPr sz="800">
              <a:latin typeface="Arial"/>
              <a:cs typeface="Arial"/>
            </a:endParaRPr>
          </a:p>
          <a:p>
            <a:pPr marL="15748" indent="0">
              <a:lnSpc>
                <a:spcPts val="919"/>
              </a:lnSpc>
              <a:spcBef>
                <a:spcPts val="139"/>
              </a:spcBef>
            </a:pPr>
            <a:r>
              <a:rPr sz="800" spc="-9" dirty="0">
                <a:solidFill>
                  <a:srgbClr val="2A2A2B"/>
                </a:solidFill>
                <a:latin typeface="Arial"/>
                <a:cs typeface="Arial"/>
              </a:rPr>
              <a:t>High </a:t>
            </a:r>
            <a:endParaRPr sz="800">
              <a:latin typeface="Arial"/>
              <a:cs typeface="Arial"/>
            </a:endParaRPr>
          </a:p>
          <a:p>
            <a:pPr marL="15748">
              <a:lnSpc>
                <a:spcPts val="919"/>
              </a:lnSpc>
              <a:spcBef>
                <a:spcPts val="168"/>
              </a:spcBef>
            </a:pPr>
            <a:r>
              <a:rPr sz="800" spc="-8" dirty="0">
                <a:solidFill>
                  <a:srgbClr val="2A2A2B"/>
                </a:solidFill>
                <a:latin typeface="Arial"/>
                <a:cs typeface="Arial"/>
              </a:rPr>
              <a:t>Low </a:t>
            </a:r>
            <a:endParaRPr sz="800">
              <a:latin typeface="Arial"/>
              <a:cs typeface="Arial"/>
            </a:endParaRPr>
          </a:p>
          <a:p>
            <a:pPr marL="15748">
              <a:lnSpc>
                <a:spcPts val="919"/>
              </a:lnSpc>
              <a:spcBef>
                <a:spcPts val="168"/>
              </a:spcBef>
            </a:pPr>
            <a:r>
              <a:rPr sz="800" spc="-16" dirty="0">
                <a:solidFill>
                  <a:srgbClr val="2A2A2B"/>
                </a:solidFill>
                <a:latin typeface="Arial"/>
                <a:cs typeface="Arial"/>
              </a:rPr>
              <a:t>Mktcap </a:t>
            </a:r>
            <a:endParaRPr sz="800">
              <a:latin typeface="Arial"/>
              <a:cs typeface="Arial"/>
            </a:endParaRPr>
          </a:p>
          <a:p>
            <a:pPr marL="15748">
              <a:lnSpc>
                <a:spcPts val="919"/>
              </a:lnSpc>
              <a:spcBef>
                <a:spcPts val="168"/>
              </a:spcBef>
            </a:pPr>
            <a:r>
              <a:rPr sz="800" spc="-37" dirty="0">
                <a:solidFill>
                  <a:srgbClr val="2A2A2B"/>
                </a:solidFill>
                <a:latin typeface="Arial"/>
                <a:cs typeface="Arial"/>
              </a:rPr>
              <a:t>P/E ratio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4587" y="4202652"/>
            <a:ext cx="314326" cy="681736"/>
          </a:xfrm>
          <a:prstGeom prst="rect">
            <a:avLst/>
          </a:prstGeom>
        </p:spPr>
        <p:txBody>
          <a:bodyPr wrap="square" lIns="0" tIns="5842" rIns="0" bIns="0" rtlCol="0">
            <a:noAutofit/>
          </a:bodyPr>
          <a:lstStyle/>
          <a:p>
            <a:pPr marL="18796" marR="0">
              <a:lnSpc>
                <a:spcPts val="919"/>
              </a:lnSpc>
            </a:pPr>
            <a:r>
              <a:rPr sz="800" spc="-57" dirty="0">
                <a:solidFill>
                  <a:srgbClr val="646464"/>
                </a:solidFill>
                <a:latin typeface="Arial"/>
                <a:cs typeface="Arial"/>
              </a:rPr>
              <a:t>117.45</a:t>
            </a:r>
            <a:endParaRPr sz="800">
              <a:latin typeface="Arial"/>
              <a:cs typeface="Arial"/>
            </a:endParaRPr>
          </a:p>
          <a:p>
            <a:pPr marL="18796" marR="15239">
              <a:lnSpc>
                <a:spcPct val="95825"/>
              </a:lnSpc>
              <a:spcBef>
                <a:spcPts val="139"/>
              </a:spcBef>
            </a:pPr>
            <a:r>
              <a:rPr sz="800" spc="-61" dirty="0">
                <a:solidFill>
                  <a:srgbClr val="646464"/>
                </a:solidFill>
                <a:latin typeface="Arial"/>
                <a:cs typeface="Arial"/>
              </a:rPr>
              <a:t>118</a:t>
            </a:r>
            <a:r>
              <a:rPr sz="800" spc="-61" dirty="0">
                <a:solidFill>
                  <a:srgbClr val="959395"/>
                </a:solidFill>
                <a:latin typeface="Arial"/>
                <a:cs typeface="Arial"/>
              </a:rPr>
              <a:t>.</a:t>
            </a:r>
            <a:r>
              <a:rPr sz="800" spc="-61" dirty="0">
                <a:solidFill>
                  <a:srgbClr val="646464"/>
                </a:solidFill>
                <a:latin typeface="Arial"/>
                <a:cs typeface="Arial"/>
              </a:rPr>
              <a:t>0</a:t>
            </a:r>
            <a:r>
              <a:rPr sz="800" spc="-61" dirty="0">
                <a:solidFill>
                  <a:srgbClr val="777777"/>
                </a:solidFill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  <a:p>
            <a:pPr marL="18796">
              <a:lnSpc>
                <a:spcPct val="95825"/>
              </a:lnSpc>
              <a:spcBef>
                <a:spcPts val="160"/>
              </a:spcBef>
            </a:pPr>
            <a:r>
              <a:rPr sz="800" spc="-57" dirty="0">
                <a:solidFill>
                  <a:srgbClr val="777777"/>
                </a:solidFill>
                <a:latin typeface="Arial"/>
                <a:cs typeface="Arial"/>
              </a:rPr>
              <a:t>1</a:t>
            </a:r>
            <a:r>
              <a:rPr sz="800" spc="-57" dirty="0">
                <a:solidFill>
                  <a:srgbClr val="646464"/>
                </a:solidFill>
                <a:latin typeface="Arial"/>
                <a:cs typeface="Arial"/>
              </a:rPr>
              <a:t>15</a:t>
            </a:r>
            <a:r>
              <a:rPr sz="800" spc="-57" dirty="0">
                <a:solidFill>
                  <a:srgbClr val="777777"/>
                </a:solidFill>
                <a:latin typeface="Arial"/>
                <a:cs typeface="Arial"/>
              </a:rPr>
              <a:t>.</a:t>
            </a:r>
            <a:r>
              <a:rPr sz="800" spc="-57" dirty="0">
                <a:solidFill>
                  <a:srgbClr val="646464"/>
                </a:solidFill>
                <a:latin typeface="Arial"/>
                <a:cs typeface="Arial"/>
              </a:rPr>
              <a:t>2</a:t>
            </a:r>
            <a:r>
              <a:rPr sz="800" spc="-57" dirty="0">
                <a:solidFill>
                  <a:srgbClr val="777777"/>
                </a:solidFill>
                <a:latin typeface="Arial"/>
                <a:cs typeface="Arial"/>
              </a:rPr>
              <a:t>9</a:t>
            </a:r>
            <a:endParaRPr sz="800">
              <a:latin typeface="Arial"/>
              <a:cs typeface="Arial"/>
            </a:endParaRPr>
          </a:p>
          <a:p>
            <a:pPr marL="12700" marR="15239">
              <a:lnSpc>
                <a:spcPct val="95825"/>
              </a:lnSpc>
              <a:spcBef>
                <a:spcPts val="185"/>
              </a:spcBef>
            </a:pPr>
            <a:r>
              <a:rPr sz="800" spc="-12" dirty="0">
                <a:solidFill>
                  <a:srgbClr val="646464"/>
                </a:solidFill>
                <a:latin typeface="Arial"/>
                <a:cs typeface="Arial"/>
              </a:rPr>
              <a:t>2</a:t>
            </a:r>
            <a:r>
              <a:rPr sz="800" spc="-12" dirty="0">
                <a:solidFill>
                  <a:srgbClr val="777777"/>
                </a:solidFill>
                <a:latin typeface="Arial"/>
                <a:cs typeface="Arial"/>
              </a:rPr>
              <a:t>.</a:t>
            </a:r>
            <a:r>
              <a:rPr sz="800" spc="-12" dirty="0">
                <a:solidFill>
                  <a:srgbClr val="646464"/>
                </a:solidFill>
                <a:latin typeface="Arial"/>
                <a:cs typeface="Arial"/>
              </a:rPr>
              <a:t>00T</a:t>
            </a:r>
            <a:endParaRPr sz="800">
              <a:latin typeface="Arial"/>
              <a:cs typeface="Arial"/>
            </a:endParaRPr>
          </a:p>
          <a:p>
            <a:pPr marL="12700" marR="15239">
              <a:lnSpc>
                <a:spcPct val="95825"/>
              </a:lnSpc>
              <a:spcBef>
                <a:spcPts val="160"/>
              </a:spcBef>
            </a:pPr>
            <a:r>
              <a:rPr sz="800" spc="-41" dirty="0">
                <a:solidFill>
                  <a:srgbClr val="646464"/>
                </a:solidFill>
                <a:latin typeface="Arial"/>
                <a:cs typeface="Arial"/>
              </a:rPr>
              <a:t>35</a:t>
            </a:r>
            <a:r>
              <a:rPr sz="800" spc="-41" dirty="0">
                <a:solidFill>
                  <a:srgbClr val="777777"/>
                </a:solidFill>
                <a:latin typeface="Arial"/>
                <a:cs typeface="Arial"/>
              </a:rPr>
              <a:t>.14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65979" y="4202652"/>
            <a:ext cx="481848" cy="541528"/>
          </a:xfrm>
          <a:prstGeom prst="rect">
            <a:avLst/>
          </a:prstGeom>
        </p:spPr>
        <p:txBody>
          <a:bodyPr wrap="square" lIns="0" tIns="5842" rIns="0" bIns="0" rtlCol="0">
            <a:noAutofit/>
          </a:bodyPr>
          <a:lstStyle/>
          <a:p>
            <a:pPr marL="15748" marR="15239">
              <a:lnSpc>
                <a:spcPts val="919"/>
              </a:lnSpc>
            </a:pPr>
            <a:r>
              <a:rPr sz="800" spc="-37" dirty="0">
                <a:solidFill>
                  <a:srgbClr val="2A2A2B"/>
                </a:solidFill>
                <a:latin typeface="Arial"/>
                <a:cs typeface="Arial"/>
              </a:rPr>
              <a:t>Div yield</a:t>
            </a:r>
            <a:endParaRPr sz="800">
              <a:latin typeface="Arial"/>
              <a:cs typeface="Arial"/>
            </a:endParaRPr>
          </a:p>
          <a:p>
            <a:pPr marL="15748" marR="15239">
              <a:lnSpc>
                <a:spcPct val="95825"/>
              </a:lnSpc>
              <a:spcBef>
                <a:spcPts val="139"/>
              </a:spcBef>
            </a:pPr>
            <a:r>
              <a:rPr sz="800" spc="-24" dirty="0">
                <a:solidFill>
                  <a:srgbClr val="2A2A2B"/>
                </a:solidFill>
                <a:latin typeface="Arial"/>
                <a:cs typeface="Arial"/>
              </a:rPr>
              <a:t>Prev close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60"/>
              </a:spcBef>
            </a:pPr>
            <a:r>
              <a:rPr sz="800" spc="-24" dirty="0">
                <a:solidFill>
                  <a:srgbClr val="2A2A2B"/>
                </a:solidFill>
                <a:latin typeface="Arial"/>
                <a:cs typeface="Arial"/>
              </a:rPr>
              <a:t>52-wk high</a:t>
            </a:r>
            <a:endParaRPr sz="800">
              <a:latin typeface="Arial"/>
              <a:cs typeface="Arial"/>
            </a:endParaRPr>
          </a:p>
          <a:p>
            <a:pPr marL="12700" marR="15239">
              <a:lnSpc>
                <a:spcPct val="95825"/>
              </a:lnSpc>
              <a:spcBef>
                <a:spcPts val="160"/>
              </a:spcBef>
            </a:pPr>
            <a:r>
              <a:rPr sz="800" spc="-37" dirty="0">
                <a:solidFill>
                  <a:srgbClr val="2A2A2B"/>
                </a:solidFill>
                <a:latin typeface="Arial"/>
                <a:cs typeface="Arial"/>
              </a:rPr>
              <a:t>52-wk low</a:t>
            </a:r>
            <a:endParaRPr sz="8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882131" y="4202652"/>
            <a:ext cx="320080" cy="544576"/>
          </a:xfrm>
          <a:prstGeom prst="rect">
            <a:avLst/>
          </a:prstGeom>
        </p:spPr>
        <p:txBody>
          <a:bodyPr wrap="square" lIns="0" tIns="5842" rIns="0" bIns="0" rtlCol="0">
            <a:noAutofit/>
          </a:bodyPr>
          <a:lstStyle/>
          <a:p>
            <a:pPr marL="12700" marR="15239">
              <a:lnSpc>
                <a:spcPts val="919"/>
              </a:lnSpc>
            </a:pPr>
            <a:r>
              <a:rPr sz="800" spc="-43" dirty="0">
                <a:solidFill>
                  <a:srgbClr val="646464"/>
                </a:solidFill>
                <a:latin typeface="Arial"/>
                <a:cs typeface="Arial"/>
              </a:rPr>
              <a:t>0</a:t>
            </a:r>
            <a:r>
              <a:rPr sz="800" spc="-43" dirty="0">
                <a:solidFill>
                  <a:srgbClr val="959395"/>
                </a:solidFill>
                <a:latin typeface="Arial"/>
                <a:cs typeface="Arial"/>
              </a:rPr>
              <a:t>.</a:t>
            </a:r>
            <a:r>
              <a:rPr sz="800" spc="-43" dirty="0">
                <a:solidFill>
                  <a:srgbClr val="646464"/>
                </a:solidFill>
                <a:latin typeface="Arial"/>
                <a:cs typeface="Arial"/>
              </a:rPr>
              <a:t>71</a:t>
            </a:r>
            <a:r>
              <a:rPr sz="800" spc="-43" dirty="0">
                <a:solidFill>
                  <a:srgbClr val="777777"/>
                </a:solidFill>
                <a:latin typeface="Arial"/>
                <a:cs typeface="Arial"/>
              </a:rPr>
              <a:t>%</a:t>
            </a:r>
            <a:endParaRPr sz="800">
              <a:latin typeface="Arial"/>
              <a:cs typeface="Arial"/>
            </a:endParaRPr>
          </a:p>
          <a:p>
            <a:pPr marL="18796" marR="15239">
              <a:lnSpc>
                <a:spcPct val="95825"/>
              </a:lnSpc>
              <a:spcBef>
                <a:spcPts val="139"/>
              </a:spcBef>
            </a:pPr>
            <a:r>
              <a:rPr sz="800" spc="-57" dirty="0">
                <a:solidFill>
                  <a:srgbClr val="646464"/>
                </a:solidFill>
                <a:latin typeface="Arial"/>
                <a:cs typeface="Arial"/>
              </a:rPr>
              <a:t>116</a:t>
            </a:r>
            <a:r>
              <a:rPr sz="800" spc="-57" dirty="0">
                <a:solidFill>
                  <a:srgbClr val="959395"/>
                </a:solidFill>
                <a:latin typeface="Arial"/>
                <a:cs typeface="Arial"/>
              </a:rPr>
              <a:t>.</a:t>
            </a:r>
            <a:r>
              <a:rPr sz="800" spc="-57" dirty="0">
                <a:solidFill>
                  <a:srgbClr val="646464"/>
                </a:solidFill>
                <a:latin typeface="Arial"/>
                <a:cs typeface="Arial"/>
              </a:rPr>
              <a:t>87</a:t>
            </a:r>
            <a:endParaRPr sz="800">
              <a:latin typeface="Arial"/>
              <a:cs typeface="Arial"/>
            </a:endParaRPr>
          </a:p>
          <a:p>
            <a:pPr marL="18796">
              <a:lnSpc>
                <a:spcPct val="95825"/>
              </a:lnSpc>
              <a:spcBef>
                <a:spcPts val="160"/>
              </a:spcBef>
            </a:pPr>
            <a:r>
              <a:rPr sz="800" spc="-48" dirty="0">
                <a:solidFill>
                  <a:srgbClr val="646464"/>
                </a:solidFill>
                <a:latin typeface="Arial"/>
                <a:cs typeface="Arial"/>
              </a:rPr>
              <a:t>137</a:t>
            </a:r>
            <a:r>
              <a:rPr sz="800" spc="-48" dirty="0">
                <a:solidFill>
                  <a:srgbClr val="959395"/>
                </a:solidFill>
                <a:latin typeface="Arial"/>
                <a:cs typeface="Arial"/>
              </a:rPr>
              <a:t>.</a:t>
            </a:r>
            <a:r>
              <a:rPr sz="800" spc="-48" dirty="0">
                <a:solidFill>
                  <a:srgbClr val="646464"/>
                </a:solidFill>
                <a:latin typeface="Arial"/>
                <a:cs typeface="Arial"/>
              </a:rPr>
              <a:t>98</a:t>
            </a:r>
            <a:endParaRPr sz="800">
              <a:latin typeface="Arial"/>
              <a:cs typeface="Arial"/>
            </a:endParaRPr>
          </a:p>
          <a:p>
            <a:pPr marL="12700" marR="15239">
              <a:lnSpc>
                <a:spcPct val="95825"/>
              </a:lnSpc>
              <a:spcBef>
                <a:spcPts val="185"/>
              </a:spcBef>
            </a:pPr>
            <a:r>
              <a:rPr sz="800" spc="-40" dirty="0">
                <a:solidFill>
                  <a:srgbClr val="646464"/>
                </a:solidFill>
                <a:latin typeface="Arial"/>
                <a:cs typeface="Arial"/>
              </a:rPr>
              <a:t>5</a:t>
            </a:r>
            <a:r>
              <a:rPr sz="800" spc="-40" dirty="0">
                <a:solidFill>
                  <a:srgbClr val="777777"/>
                </a:solidFill>
                <a:latin typeface="Arial"/>
                <a:cs typeface="Arial"/>
              </a:rPr>
              <a:t>3</a:t>
            </a:r>
            <a:r>
              <a:rPr sz="800" spc="-40" dirty="0">
                <a:solidFill>
                  <a:srgbClr val="959395"/>
                </a:solidFill>
                <a:latin typeface="Arial"/>
                <a:cs typeface="Arial"/>
              </a:rPr>
              <a:t>.</a:t>
            </a:r>
            <a:r>
              <a:rPr sz="800" spc="-40" dirty="0">
                <a:solidFill>
                  <a:srgbClr val="646464"/>
                </a:solidFill>
                <a:latin typeface="Arial"/>
                <a:cs typeface="Arial"/>
              </a:rPr>
              <a:t>15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object 2"/>
          <p:cNvSpPr txBox="1"/>
          <p:nvPr/>
        </p:nvSpPr>
        <p:spPr>
          <a:xfrm>
            <a:off x="3166364" y="446273"/>
            <a:ext cx="2865480" cy="444500"/>
          </a:xfrm>
          <a:prstGeom prst="rect">
            <a:avLst/>
          </a:prstGeom>
        </p:spPr>
        <p:txBody>
          <a:bodyPr wrap="square" lIns="0" tIns="22066" rIns="0" bIns="0" rtlCol="0">
            <a:noAutofit/>
          </a:bodyPr>
          <a:lstStyle/>
          <a:p>
            <a:pPr marL="12700">
              <a:lnSpc>
                <a:spcPts val="3475"/>
              </a:lnSpc>
            </a:pPr>
            <a:r>
              <a:rPr sz="3300" spc="-266" dirty="0">
                <a:solidFill>
                  <a:srgbClr val="EF6B00"/>
                </a:solidFill>
                <a:latin typeface="Arial"/>
                <a:cs typeface="Arial"/>
              </a:rPr>
              <a:t>Credit Card Fraud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169668" y="404711"/>
            <a:ext cx="4867084" cy="495300"/>
          </a:xfrm>
          <a:prstGeom prst="rect">
            <a:avLst/>
          </a:prstGeom>
        </p:spPr>
        <p:txBody>
          <a:bodyPr wrap="square" lIns="0" tIns="24638" rIns="0" bIns="0" rtlCol="0">
            <a:noAutofit/>
          </a:bodyPr>
          <a:lstStyle/>
          <a:p>
            <a:pPr marL="12700">
              <a:lnSpc>
                <a:spcPts val="3879"/>
              </a:lnSpc>
            </a:pPr>
            <a:r>
              <a:rPr sz="3700" spc="-261" dirty="0">
                <a:solidFill>
                  <a:srgbClr val="EF6B00"/>
                </a:solidFill>
                <a:latin typeface="Times New Roman"/>
                <a:cs typeface="Times New Roman"/>
              </a:rPr>
              <a:t>Optical Character Recognition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203452" y="651869"/>
            <a:ext cx="1310457" cy="901700"/>
          </a:xfrm>
          <a:prstGeom prst="rect">
            <a:avLst/>
          </a:prstGeom>
        </p:spPr>
        <p:txBody>
          <a:bodyPr wrap="square" lIns="0" tIns="45085" rIns="0" bIns="0" rtlCol="0">
            <a:noAutofit/>
          </a:bodyPr>
          <a:lstStyle/>
          <a:p>
            <a:pPr marL="12700">
              <a:lnSpc>
                <a:spcPts val="7100"/>
              </a:lnSpc>
            </a:pPr>
            <a:r>
              <a:rPr sz="6900" spc="-27" dirty="0">
                <a:solidFill>
                  <a:srgbClr val="6B5956"/>
                </a:solidFill>
                <a:latin typeface="Arial"/>
                <a:cs typeface="Arial"/>
              </a:rPr>
              <a:t>---</a:t>
            </a:r>
            <a:r>
              <a:rPr sz="6900" spc="-27" dirty="0">
                <a:solidFill>
                  <a:srgbClr val="776B6B"/>
                </a:solidFill>
                <a:latin typeface="Arial"/>
                <a:cs typeface="Arial"/>
              </a:rPr>
              <a:t>-</a:t>
            </a:r>
            <a:endParaRPr sz="6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80436" y="432934"/>
            <a:ext cx="1220670" cy="457200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12700">
              <a:lnSpc>
                <a:spcPts val="3575"/>
              </a:lnSpc>
            </a:pPr>
            <a:r>
              <a:rPr sz="3400" b="1" spc="-530" dirty="0">
                <a:solidFill>
                  <a:srgbClr val="EF6B00"/>
                </a:solidFill>
                <a:latin typeface="Arial"/>
                <a:cs typeface="Arial"/>
              </a:rPr>
              <a:t>Speech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48404" y="432934"/>
            <a:ext cx="1964382" cy="457200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12700">
              <a:lnSpc>
                <a:spcPts val="3575"/>
              </a:lnSpc>
            </a:pPr>
            <a:r>
              <a:rPr sz="3400" b="1" spc="-442" dirty="0">
                <a:solidFill>
                  <a:srgbClr val="EF6B00"/>
                </a:solidFill>
                <a:latin typeface="Arial"/>
                <a:cs typeface="Arial"/>
              </a:rPr>
              <a:t>Recognition</a:t>
            </a:r>
            <a:endParaRPr sz="3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430771" y="2924690"/>
            <a:ext cx="755396" cy="406400"/>
          </a:xfrm>
          <a:prstGeom prst="rect">
            <a:avLst/>
          </a:prstGeom>
        </p:spPr>
        <p:txBody>
          <a:bodyPr wrap="square" lIns="0" tIns="20097" rIns="0" bIns="0" rtlCol="0">
            <a:noAutofit/>
          </a:bodyPr>
          <a:lstStyle/>
          <a:p>
            <a:pPr marL="12700">
              <a:lnSpc>
                <a:spcPts val="3165"/>
              </a:lnSpc>
            </a:pPr>
            <a:r>
              <a:rPr sz="3000" spc="152" dirty="0">
                <a:solidFill>
                  <a:srgbClr val="BA9E70"/>
                </a:solidFill>
                <a:latin typeface="Arial"/>
                <a:cs typeface="Arial"/>
              </a:rPr>
              <a:t>abc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877060" y="435982"/>
            <a:ext cx="1844105" cy="457200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12700">
              <a:lnSpc>
                <a:spcPts val="3575"/>
              </a:lnSpc>
            </a:pPr>
            <a:r>
              <a:rPr sz="3400" spc="-319" dirty="0">
                <a:solidFill>
                  <a:srgbClr val="EF6B00"/>
                </a:solidFill>
                <a:latin typeface="Arial"/>
                <a:cs typeface="Arial"/>
              </a:rPr>
              <a:t>Supervised</a:t>
            </a:r>
            <a:endParaRPr sz="3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60724" y="435982"/>
            <a:ext cx="1588052" cy="457200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12700">
              <a:lnSpc>
                <a:spcPts val="3575"/>
              </a:lnSpc>
            </a:pPr>
            <a:r>
              <a:rPr sz="3400" spc="-265" dirty="0">
                <a:solidFill>
                  <a:srgbClr val="EF6B00"/>
                </a:solidFill>
                <a:latin typeface="Arial"/>
                <a:cs typeface="Arial"/>
              </a:rPr>
              <a:t>Learning:</a:t>
            </a:r>
            <a:endParaRPr sz="3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88356" y="435982"/>
            <a:ext cx="1940263" cy="457200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12700">
              <a:lnSpc>
                <a:spcPts val="3575"/>
              </a:lnSpc>
            </a:pPr>
            <a:r>
              <a:rPr sz="3400" spc="-318" dirty="0">
                <a:solidFill>
                  <a:srgbClr val="EF6B00"/>
                </a:solidFill>
                <a:latin typeface="Arial"/>
                <a:cs typeface="Arial"/>
              </a:rPr>
              <a:t>Next What?</a:t>
            </a:r>
            <a:endParaRPr sz="3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6524" y="1642300"/>
            <a:ext cx="832034" cy="502920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40132" marR="30480">
              <a:lnSpc>
                <a:spcPts val="1735"/>
              </a:lnSpc>
            </a:pPr>
            <a:r>
              <a:rPr sz="1600" spc="-2" dirty="0">
                <a:latin typeface="Arial"/>
                <a:cs typeface="Arial"/>
              </a:rPr>
              <a:t>Select a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233"/>
              </a:spcBef>
            </a:pPr>
            <a:r>
              <a:rPr sz="1600" spc="21" dirty="0">
                <a:latin typeface="Arial"/>
                <a:cs typeface="Arial"/>
              </a:rPr>
              <a:t>Problem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92956" y="1642300"/>
            <a:ext cx="915724" cy="502920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sz="1600" spc="12" dirty="0">
                <a:latin typeface="Arial"/>
                <a:cs typeface="Arial"/>
              </a:rPr>
              <a:t>Generate</a:t>
            </a:r>
            <a:endParaRPr sz="1600">
              <a:latin typeface="Arial"/>
              <a:cs typeface="Arial"/>
            </a:endParaRPr>
          </a:p>
          <a:p>
            <a:pPr marL="52324" marR="30479">
              <a:lnSpc>
                <a:spcPct val="95825"/>
              </a:lnSpc>
              <a:spcBef>
                <a:spcPts val="233"/>
              </a:spcBef>
            </a:pPr>
            <a:r>
              <a:rPr sz="1600" spc="-8" dirty="0">
                <a:latin typeface="Arial"/>
                <a:cs typeface="Arial"/>
              </a:rPr>
              <a:t>Features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66308" y="1642300"/>
            <a:ext cx="973935" cy="502920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79832" marR="182575" algn="ctr">
              <a:lnSpc>
                <a:spcPts val="1735"/>
              </a:lnSpc>
            </a:pPr>
            <a:r>
              <a:rPr sz="1600" spc="-12" dirty="0">
                <a:latin typeface="Arial"/>
                <a:cs typeface="Arial"/>
              </a:rPr>
              <a:t>Select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95825"/>
              </a:lnSpc>
              <a:spcBef>
                <a:spcPts val="233"/>
              </a:spcBef>
            </a:pPr>
            <a:r>
              <a:rPr sz="1600" spc="66" dirty="0">
                <a:latin typeface="Arial"/>
                <a:cs typeface="Arial"/>
              </a:rPr>
              <a:t>Algorithm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69668" y="1779460"/>
            <a:ext cx="699946" cy="228600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sz="1600" spc="29" dirty="0">
                <a:latin typeface="Arial"/>
                <a:cs typeface="Arial"/>
              </a:rPr>
              <a:t>Gather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82900" y="1779460"/>
            <a:ext cx="474553" cy="228600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sz="1600" spc="-21" dirty="0">
                <a:latin typeface="Arial"/>
                <a:cs typeface="Arial"/>
              </a:rPr>
              <a:t>Data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04836" y="1779460"/>
            <a:ext cx="425600" cy="228600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sz="1600" spc="-49" dirty="0">
                <a:latin typeface="Arial"/>
                <a:cs typeface="Arial"/>
              </a:rPr>
              <a:t>Test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46796" y="1779460"/>
            <a:ext cx="236146" cy="228600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sz="1600" spc="28" dirty="0">
                <a:latin typeface="Arial"/>
                <a:cs typeface="Arial"/>
              </a:rPr>
              <a:t>It!</a:t>
            </a:r>
            <a:endParaRPr sz="1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573772" y="3922204"/>
            <a:ext cx="952426" cy="228600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sz="1600" spc="39" dirty="0">
                <a:latin typeface="Arial"/>
                <a:cs typeface="Arial"/>
              </a:rPr>
              <a:t>Deploy it!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224532" y="404711"/>
            <a:ext cx="805053" cy="495300"/>
          </a:xfrm>
          <a:prstGeom prst="rect">
            <a:avLst/>
          </a:prstGeom>
        </p:spPr>
        <p:txBody>
          <a:bodyPr wrap="square" lIns="0" tIns="24638" rIns="0" bIns="0" rtlCol="0">
            <a:noAutofit/>
          </a:bodyPr>
          <a:lstStyle/>
          <a:p>
            <a:pPr marL="12700">
              <a:lnSpc>
                <a:spcPts val="3879"/>
              </a:lnSpc>
            </a:pPr>
            <a:r>
              <a:rPr sz="3700" spc="-247" dirty="0">
                <a:solidFill>
                  <a:srgbClr val="EF6B00"/>
                </a:solidFill>
                <a:latin typeface="Times New Roman"/>
                <a:cs typeface="Times New Roman"/>
              </a:rPr>
              <a:t>Step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65779" y="404711"/>
            <a:ext cx="392516" cy="495300"/>
          </a:xfrm>
          <a:prstGeom prst="rect">
            <a:avLst/>
          </a:prstGeom>
        </p:spPr>
        <p:txBody>
          <a:bodyPr wrap="square" lIns="0" tIns="24638" rIns="0" bIns="0" rtlCol="0">
            <a:noAutofit/>
          </a:bodyPr>
          <a:lstStyle/>
          <a:p>
            <a:pPr marL="12700">
              <a:lnSpc>
                <a:spcPts val="3879"/>
              </a:lnSpc>
            </a:pPr>
            <a:r>
              <a:rPr sz="3700" spc="-270" dirty="0">
                <a:solidFill>
                  <a:srgbClr val="EF6B00"/>
                </a:solidFill>
                <a:latin typeface="Times New Roman"/>
                <a:cs typeface="Times New Roman"/>
              </a:rPr>
              <a:t>1: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92499" y="404711"/>
            <a:ext cx="1406642" cy="495300"/>
          </a:xfrm>
          <a:prstGeom prst="rect">
            <a:avLst/>
          </a:prstGeom>
        </p:spPr>
        <p:txBody>
          <a:bodyPr wrap="square" lIns="0" tIns="24638" rIns="0" bIns="0" rtlCol="0">
            <a:noAutofit/>
          </a:bodyPr>
          <a:lstStyle/>
          <a:p>
            <a:pPr marL="12700">
              <a:lnSpc>
                <a:spcPts val="3879"/>
              </a:lnSpc>
            </a:pPr>
            <a:r>
              <a:rPr sz="3700" spc="-315" dirty="0">
                <a:solidFill>
                  <a:srgbClr val="EF6B00"/>
                </a:solidFill>
                <a:latin typeface="Times New Roman"/>
                <a:cs typeface="Times New Roman"/>
              </a:rPr>
              <a:t>Problem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43347" y="404711"/>
            <a:ext cx="2030793" cy="495300"/>
          </a:xfrm>
          <a:prstGeom prst="rect">
            <a:avLst/>
          </a:prstGeom>
        </p:spPr>
        <p:txBody>
          <a:bodyPr wrap="square" lIns="0" tIns="24638" rIns="0" bIns="0" rtlCol="0">
            <a:noAutofit/>
          </a:bodyPr>
          <a:lstStyle/>
          <a:p>
            <a:pPr marL="12700">
              <a:lnSpc>
                <a:spcPts val="3879"/>
              </a:lnSpc>
            </a:pPr>
            <a:r>
              <a:rPr sz="3700" spc="-277" dirty="0">
                <a:solidFill>
                  <a:srgbClr val="EF6B00"/>
                </a:solidFill>
                <a:latin typeface="Times New Roman"/>
                <a:cs typeface="Times New Roman"/>
              </a:rPr>
              <a:t>Formulation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07739" y="2932751"/>
            <a:ext cx="590611" cy="215900"/>
          </a:xfrm>
          <a:prstGeom prst="rect">
            <a:avLst/>
          </a:prstGeom>
        </p:spPr>
        <p:txBody>
          <a:bodyPr wrap="square" lIns="0" tIns="10382" rIns="0" bIns="0" rtlCol="0">
            <a:noAutofit/>
          </a:bodyPr>
          <a:lstStyle/>
          <a:p>
            <a:pPr marL="12700">
              <a:lnSpc>
                <a:spcPts val="1635"/>
              </a:lnSpc>
            </a:pPr>
            <a:r>
              <a:rPr sz="1500" spc="-70" dirty="0">
                <a:solidFill>
                  <a:srgbClr val="A1E8D8"/>
                </a:solidFill>
                <a:latin typeface="Arial"/>
                <a:cs typeface="Arial"/>
              </a:rPr>
              <a:t>DESHI</a:t>
            </a:r>
            <a:endParaRPr sz="1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69740" y="2932751"/>
            <a:ext cx="1236787" cy="215900"/>
          </a:xfrm>
          <a:prstGeom prst="rect">
            <a:avLst/>
          </a:prstGeom>
        </p:spPr>
        <p:txBody>
          <a:bodyPr wrap="square" lIns="0" tIns="10382" rIns="0" bIns="0" rtlCol="0">
            <a:noAutofit/>
          </a:bodyPr>
          <a:lstStyle/>
          <a:p>
            <a:pPr marL="12700">
              <a:lnSpc>
                <a:spcPts val="1635"/>
              </a:lnSpc>
            </a:pPr>
            <a:r>
              <a:rPr sz="1500" spc="-94" dirty="0">
                <a:solidFill>
                  <a:srgbClr val="A1E8D8"/>
                </a:solidFill>
                <a:latin typeface="Arial"/>
                <a:cs typeface="Arial"/>
              </a:rPr>
              <a:t>V</a:t>
            </a:r>
            <a:r>
              <a:rPr sz="1500" spc="-89" dirty="0">
                <a:solidFill>
                  <a:srgbClr val="A1E8D8"/>
                </a:solidFill>
                <a:latin typeface="Arial"/>
                <a:cs typeface="Arial"/>
              </a:rPr>
              <a:t>S</a:t>
            </a:r>
            <a:r>
              <a:rPr sz="1500" spc="-37" dirty="0">
                <a:solidFill>
                  <a:srgbClr val="A1E8D8"/>
                </a:solidFill>
                <a:latin typeface="Arial"/>
                <a:cs typeface="Arial"/>
              </a:rPr>
              <a:t>   </a:t>
            </a:r>
            <a:r>
              <a:rPr sz="1500" spc="260" dirty="0">
                <a:solidFill>
                  <a:srgbClr val="A1E8D8"/>
                </a:solidFill>
                <a:latin typeface="Arial"/>
                <a:cs typeface="Arial"/>
              </a:rPr>
              <a:t> </a:t>
            </a:r>
            <a:r>
              <a:rPr sz="1500" spc="-84" dirty="0">
                <a:solidFill>
                  <a:srgbClr val="A1E8D8"/>
                </a:solidFill>
                <a:latin typeface="Arial"/>
                <a:cs typeface="Arial"/>
              </a:rPr>
              <a:t>B</a:t>
            </a:r>
            <a:r>
              <a:rPr sz="1500" spc="14" dirty="0">
                <a:solidFill>
                  <a:srgbClr val="A1E8D8"/>
                </a:solidFill>
                <a:latin typeface="Arial"/>
                <a:cs typeface="Arial"/>
              </a:rPr>
              <a:t>I</a:t>
            </a:r>
            <a:r>
              <a:rPr sz="1500" spc="92" dirty="0">
                <a:solidFill>
                  <a:srgbClr val="A1E8D8"/>
                </a:solidFill>
                <a:latin typeface="Arial"/>
                <a:cs typeface="Arial"/>
              </a:rPr>
              <a:t>D</a:t>
            </a:r>
            <a:r>
              <a:rPr sz="1500" spc="-184" dirty="0">
                <a:solidFill>
                  <a:srgbClr val="A1E8D8"/>
                </a:solidFill>
                <a:latin typeface="Arial"/>
                <a:cs typeface="Arial"/>
              </a:rPr>
              <a:t>E</a:t>
            </a:r>
            <a:r>
              <a:rPr sz="1500" spc="-109" dirty="0">
                <a:solidFill>
                  <a:srgbClr val="A1E8D8"/>
                </a:solidFill>
                <a:latin typeface="Arial"/>
                <a:cs typeface="Arial"/>
              </a:rPr>
              <a:t>S</a:t>
            </a:r>
            <a:r>
              <a:rPr sz="1500" spc="21" dirty="0">
                <a:solidFill>
                  <a:srgbClr val="A1E8D8"/>
                </a:solidFill>
                <a:latin typeface="Arial"/>
                <a:cs typeface="Arial"/>
              </a:rPr>
              <a:t>H</a:t>
            </a:r>
            <a:r>
              <a:rPr sz="1500" spc="-54" dirty="0">
                <a:solidFill>
                  <a:srgbClr val="A1E8D8"/>
                </a:solidFill>
                <a:latin typeface="Arial"/>
                <a:cs typeface="Arial"/>
              </a:rPr>
              <a:t>I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88667" y="4224317"/>
            <a:ext cx="3963136" cy="654811"/>
          </a:xfrm>
          <a:prstGeom prst="rect">
            <a:avLst/>
          </a:prstGeom>
        </p:spPr>
        <p:txBody>
          <a:bodyPr wrap="square" lIns="0" tIns="14255" rIns="0" bIns="0" rtlCol="0">
            <a:noAutofit/>
          </a:bodyPr>
          <a:lstStyle/>
          <a:p>
            <a:pPr marL="30988" marR="18529">
              <a:lnSpc>
                <a:spcPts val="2245"/>
              </a:lnSpc>
            </a:pPr>
            <a:r>
              <a:rPr sz="2100" spc="30" dirty="0">
                <a:solidFill>
                  <a:srgbClr val="A1E8D8"/>
                </a:solidFill>
                <a:latin typeface="Arial"/>
                <a:cs typeface="Arial"/>
              </a:rPr>
              <a:t>Help your Mom!  Deshi Chicken</a:t>
            </a:r>
            <a:endParaRPr sz="2100" dirty="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327"/>
              </a:spcBef>
            </a:pPr>
            <a:r>
              <a:rPr sz="2100" spc="49" dirty="0">
                <a:solidFill>
                  <a:srgbClr val="A1E8D8"/>
                </a:solidFill>
                <a:latin typeface="Arial"/>
                <a:cs typeface="Arial"/>
              </a:rPr>
              <a:t>This is a classification problem!</a:t>
            </a:r>
            <a:endParaRPr sz="21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57164" y="4224317"/>
            <a:ext cx="1438161" cy="292099"/>
          </a:xfrm>
          <a:prstGeom prst="rect">
            <a:avLst/>
          </a:prstGeom>
        </p:spPr>
        <p:txBody>
          <a:bodyPr wrap="square" lIns="0" tIns="14255" rIns="0" bIns="0" rtlCol="0">
            <a:noAutofit/>
          </a:bodyPr>
          <a:lstStyle/>
          <a:p>
            <a:pPr marL="12700">
              <a:lnSpc>
                <a:spcPts val="2245"/>
              </a:lnSpc>
            </a:pPr>
            <a:r>
              <a:rPr sz="2100" spc="5" dirty="0">
                <a:solidFill>
                  <a:srgbClr val="A1E8D8"/>
                </a:solidFill>
                <a:latin typeface="Arial"/>
                <a:cs typeface="Arial"/>
              </a:rPr>
              <a:t>vs Sonalika</a:t>
            </a:r>
            <a:endParaRPr sz="21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232396" y="4224317"/>
            <a:ext cx="1015478" cy="292099"/>
          </a:xfrm>
          <a:prstGeom prst="rect">
            <a:avLst/>
          </a:prstGeom>
        </p:spPr>
        <p:txBody>
          <a:bodyPr wrap="square" lIns="0" tIns="14255" rIns="0" bIns="0" rtlCol="0">
            <a:noAutofit/>
          </a:bodyPr>
          <a:lstStyle/>
          <a:p>
            <a:pPr marL="12700">
              <a:lnSpc>
                <a:spcPts val="2245"/>
              </a:lnSpc>
            </a:pPr>
            <a:r>
              <a:rPr sz="2100" spc="-15" dirty="0">
                <a:solidFill>
                  <a:srgbClr val="A1E8D8"/>
                </a:solidFill>
                <a:latin typeface="Arial"/>
                <a:cs typeface="Arial"/>
              </a:rPr>
              <a:t>Chicken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977388" y="404711"/>
            <a:ext cx="807402" cy="495300"/>
          </a:xfrm>
          <a:prstGeom prst="rect">
            <a:avLst/>
          </a:prstGeom>
        </p:spPr>
        <p:txBody>
          <a:bodyPr wrap="square" lIns="0" tIns="24638" rIns="0" bIns="0" rtlCol="0">
            <a:noAutofit/>
          </a:bodyPr>
          <a:lstStyle/>
          <a:p>
            <a:pPr marL="12700">
              <a:lnSpc>
                <a:spcPts val="3879"/>
              </a:lnSpc>
            </a:pPr>
            <a:r>
              <a:rPr sz="3700" spc="-243" dirty="0">
                <a:solidFill>
                  <a:srgbClr val="EF6B00"/>
                </a:solidFill>
                <a:latin typeface="Times New Roman"/>
                <a:cs typeface="Times New Roman"/>
              </a:rPr>
              <a:t>Step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21684" y="404711"/>
            <a:ext cx="386832" cy="495300"/>
          </a:xfrm>
          <a:prstGeom prst="rect">
            <a:avLst/>
          </a:prstGeom>
        </p:spPr>
        <p:txBody>
          <a:bodyPr wrap="square" lIns="0" tIns="24638" rIns="0" bIns="0" rtlCol="0">
            <a:noAutofit/>
          </a:bodyPr>
          <a:lstStyle/>
          <a:p>
            <a:pPr marL="12700">
              <a:lnSpc>
                <a:spcPts val="3879"/>
              </a:lnSpc>
            </a:pPr>
            <a:r>
              <a:rPr sz="3700" spc="-291" dirty="0">
                <a:solidFill>
                  <a:srgbClr val="EF6B00"/>
                </a:solidFill>
                <a:latin typeface="Times New Roman"/>
                <a:cs typeface="Times New Roman"/>
              </a:rPr>
              <a:t>2: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30116" y="404711"/>
            <a:ext cx="1167674" cy="495300"/>
          </a:xfrm>
          <a:prstGeom prst="rect">
            <a:avLst/>
          </a:prstGeom>
        </p:spPr>
        <p:txBody>
          <a:bodyPr wrap="square" lIns="0" tIns="24638" rIns="0" bIns="0" rtlCol="0">
            <a:noAutofit/>
          </a:bodyPr>
          <a:lstStyle/>
          <a:p>
            <a:pPr marL="12700">
              <a:lnSpc>
                <a:spcPts val="3879"/>
              </a:lnSpc>
            </a:pPr>
            <a:r>
              <a:rPr sz="3700" spc="-269" dirty="0">
                <a:solidFill>
                  <a:srgbClr val="EF6B00"/>
                </a:solidFill>
                <a:latin typeface="Times New Roman"/>
                <a:cs typeface="Times New Roman"/>
              </a:rPr>
              <a:t>Gather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12740" y="404711"/>
            <a:ext cx="814105" cy="495300"/>
          </a:xfrm>
          <a:prstGeom prst="rect">
            <a:avLst/>
          </a:prstGeom>
        </p:spPr>
        <p:txBody>
          <a:bodyPr wrap="square" lIns="0" tIns="24638" rIns="0" bIns="0" rtlCol="0">
            <a:noAutofit/>
          </a:bodyPr>
          <a:lstStyle/>
          <a:p>
            <a:pPr marL="12700">
              <a:lnSpc>
                <a:spcPts val="3879"/>
              </a:lnSpc>
            </a:pPr>
            <a:r>
              <a:rPr sz="3700" spc="-330" dirty="0">
                <a:solidFill>
                  <a:srgbClr val="EF6B00"/>
                </a:solidFill>
                <a:latin typeface="Times New Roman"/>
                <a:cs typeface="Times New Roman"/>
              </a:rPr>
              <a:t>Data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6011" y="1921962"/>
            <a:ext cx="587123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sz="1400" spc="20" dirty="0">
                <a:solidFill>
                  <a:srgbClr val="A1E8D8"/>
                </a:solidFill>
                <a:latin typeface="Arial"/>
                <a:cs typeface="Arial"/>
              </a:rPr>
              <a:t>DESHI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9894" y="1951944"/>
            <a:ext cx="850754" cy="749300"/>
          </a:xfrm>
          <a:prstGeom prst="rect">
            <a:avLst/>
          </a:prstGeom>
        </p:spPr>
        <p:txBody>
          <a:bodyPr wrap="square" lIns="0" tIns="37465" rIns="0" bIns="0" rtlCol="0">
            <a:noAutofit/>
          </a:bodyPr>
          <a:lstStyle/>
          <a:p>
            <a:pPr marL="12700">
              <a:lnSpc>
                <a:spcPts val="5900"/>
              </a:lnSpc>
            </a:pPr>
            <a:r>
              <a:rPr sz="5700" spc="133" dirty="0">
                <a:solidFill>
                  <a:srgbClr val="D6A164"/>
                </a:solidFill>
                <a:latin typeface="Times New Roman"/>
                <a:cs typeface="Times New Roman"/>
              </a:rPr>
              <a:t>TI</a:t>
            </a:r>
            <a:endParaRPr sz="57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19163" y="3260034"/>
            <a:ext cx="776099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sz="1400" spc="21" dirty="0">
                <a:solidFill>
                  <a:srgbClr val="A1E8D8"/>
                </a:solidFill>
                <a:latin typeface="Arial"/>
                <a:cs typeface="Arial"/>
              </a:rPr>
              <a:t>BIDESHI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74139" y="4577524"/>
            <a:ext cx="1477956" cy="505968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sz="1600" spc="25" dirty="0">
                <a:solidFill>
                  <a:srgbClr val="A1E8D8"/>
                </a:solidFill>
                <a:latin typeface="Arial"/>
                <a:cs typeface="Arial"/>
              </a:rPr>
              <a:t>Use your smart</a:t>
            </a:r>
            <a:endParaRPr sz="1600" dirty="0">
              <a:latin typeface="Arial"/>
              <a:cs typeface="Arial"/>
            </a:endParaRPr>
          </a:p>
          <a:p>
            <a:pPr marL="12700" marR="30480">
              <a:lnSpc>
                <a:spcPct val="95825"/>
              </a:lnSpc>
              <a:spcBef>
                <a:spcPts val="258"/>
              </a:spcBef>
            </a:pPr>
            <a:r>
              <a:rPr sz="1600" spc="-9" dirty="0">
                <a:solidFill>
                  <a:srgbClr val="A1E8D8"/>
                </a:solidFill>
                <a:latin typeface="Arial"/>
                <a:cs typeface="Arial"/>
              </a:rPr>
              <a:t>Know.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864611" y="4577524"/>
            <a:ext cx="2948580" cy="228600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sz="1600" spc="17" dirty="0">
                <a:solidFill>
                  <a:srgbClr val="A1E8D8"/>
                </a:solidFill>
                <a:latin typeface="Arial"/>
                <a:cs typeface="Arial"/>
              </a:rPr>
              <a:t>phone camera! You have it .... I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861564" y="443225"/>
            <a:ext cx="796098" cy="444500"/>
          </a:xfrm>
          <a:prstGeom prst="rect">
            <a:avLst/>
          </a:prstGeom>
        </p:spPr>
        <p:txBody>
          <a:bodyPr wrap="square" lIns="0" tIns="22066" rIns="0" bIns="0" rtlCol="0">
            <a:noAutofit/>
          </a:bodyPr>
          <a:lstStyle/>
          <a:p>
            <a:pPr marL="12700">
              <a:lnSpc>
                <a:spcPts val="3475"/>
              </a:lnSpc>
            </a:pPr>
            <a:r>
              <a:rPr sz="3300" b="1" spc="-392" dirty="0">
                <a:solidFill>
                  <a:srgbClr val="EF6B00"/>
                </a:solidFill>
                <a:latin typeface="Arial"/>
                <a:cs typeface="Arial"/>
              </a:rPr>
              <a:t>Step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11955" y="443225"/>
            <a:ext cx="375190" cy="444500"/>
          </a:xfrm>
          <a:prstGeom prst="rect">
            <a:avLst/>
          </a:prstGeom>
        </p:spPr>
        <p:txBody>
          <a:bodyPr wrap="square" lIns="0" tIns="22066" rIns="0" bIns="0" rtlCol="0">
            <a:noAutofit/>
          </a:bodyPr>
          <a:lstStyle/>
          <a:p>
            <a:pPr marL="12700">
              <a:lnSpc>
                <a:spcPts val="3475"/>
              </a:lnSpc>
            </a:pPr>
            <a:r>
              <a:rPr sz="3300" b="1" spc="-337" dirty="0">
                <a:solidFill>
                  <a:srgbClr val="EF6B00"/>
                </a:solidFill>
                <a:latin typeface="Arial"/>
                <a:cs typeface="Arial"/>
              </a:rPr>
              <a:t>3:</a:t>
            </a:r>
            <a:endParaRPr sz="3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9531" y="443225"/>
            <a:ext cx="2195031" cy="444500"/>
          </a:xfrm>
          <a:prstGeom prst="rect">
            <a:avLst/>
          </a:prstGeom>
        </p:spPr>
        <p:txBody>
          <a:bodyPr wrap="square" lIns="0" tIns="22066" rIns="0" bIns="0" rtlCol="0">
            <a:noAutofit/>
          </a:bodyPr>
          <a:lstStyle/>
          <a:p>
            <a:pPr marL="12700">
              <a:lnSpc>
                <a:spcPts val="3475"/>
              </a:lnSpc>
            </a:pPr>
            <a:r>
              <a:rPr sz="3300" b="1" spc="-302" dirty="0">
                <a:solidFill>
                  <a:srgbClr val="EF6B00"/>
                </a:solidFill>
                <a:latin typeface="Arial"/>
                <a:cs typeface="Arial"/>
              </a:rPr>
              <a:t>Featurization</a:t>
            </a:r>
            <a:endParaRPr sz="33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6795" y="1302071"/>
            <a:ext cx="149987" cy="1590547"/>
          </a:xfrm>
          <a:prstGeom prst="rect">
            <a:avLst/>
          </a:prstGeom>
        </p:spPr>
        <p:txBody>
          <a:bodyPr wrap="square" lIns="0" tIns="10382" rIns="0" bIns="0" rtlCol="0">
            <a:noAutofit/>
          </a:bodyPr>
          <a:lstStyle/>
          <a:p>
            <a:pPr marL="12700">
              <a:lnSpc>
                <a:spcPts val="1635"/>
              </a:lnSpc>
            </a:pPr>
            <a:r>
              <a:rPr sz="1500" spc="229" dirty="0">
                <a:solidFill>
                  <a:srgbClr val="073662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  <a:p>
            <a:pPr marL="12700" marR="0">
              <a:lnSpc>
                <a:spcPct val="95825"/>
              </a:lnSpc>
              <a:spcBef>
                <a:spcPts val="378"/>
              </a:spcBef>
            </a:pPr>
            <a:r>
              <a:rPr sz="1500" spc="229" dirty="0">
                <a:solidFill>
                  <a:srgbClr val="073662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  <a:p>
            <a:pPr marL="12700" marR="0">
              <a:lnSpc>
                <a:spcPct val="95825"/>
              </a:lnSpc>
              <a:spcBef>
                <a:spcPts val="434"/>
              </a:spcBef>
            </a:pPr>
            <a:r>
              <a:rPr sz="1500" spc="229" dirty="0">
                <a:solidFill>
                  <a:srgbClr val="073662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  <a:p>
            <a:pPr marL="12700" marR="0">
              <a:lnSpc>
                <a:spcPct val="95825"/>
              </a:lnSpc>
              <a:spcBef>
                <a:spcPts val="459"/>
              </a:spcBef>
            </a:pPr>
            <a:r>
              <a:rPr sz="1500" spc="229" dirty="0">
                <a:solidFill>
                  <a:srgbClr val="073662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  <a:p>
            <a:pPr marL="12700" marR="0">
              <a:lnSpc>
                <a:spcPct val="95825"/>
              </a:lnSpc>
              <a:spcBef>
                <a:spcPts val="459"/>
              </a:spcBef>
            </a:pPr>
            <a:r>
              <a:rPr sz="1500" spc="229" dirty="0">
                <a:solidFill>
                  <a:srgbClr val="073662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385"/>
              </a:spcBef>
            </a:pPr>
            <a:r>
              <a:rPr sz="1500" spc="229" dirty="0">
                <a:solidFill>
                  <a:srgbClr val="073662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0363" y="1302071"/>
            <a:ext cx="1329742" cy="1590547"/>
          </a:xfrm>
          <a:prstGeom prst="rect">
            <a:avLst/>
          </a:prstGeom>
        </p:spPr>
        <p:txBody>
          <a:bodyPr wrap="square" lIns="0" tIns="10382" rIns="0" bIns="0" rtlCol="0">
            <a:noAutofit/>
          </a:bodyPr>
          <a:lstStyle/>
          <a:p>
            <a:pPr marL="15748" marR="28575">
              <a:lnSpc>
                <a:spcPts val="1635"/>
              </a:lnSpc>
            </a:pPr>
            <a:r>
              <a:rPr sz="1500" spc="38" dirty="0">
                <a:solidFill>
                  <a:srgbClr val="073662"/>
                </a:solidFill>
                <a:latin typeface="Arial"/>
                <a:cs typeface="Arial"/>
              </a:rPr>
              <a:t>Color</a:t>
            </a:r>
            <a:endParaRPr sz="1500">
              <a:latin typeface="Arial"/>
              <a:cs typeface="Arial"/>
            </a:endParaRPr>
          </a:p>
          <a:p>
            <a:pPr marL="12700" marR="682500" indent="3048">
              <a:lnSpc>
                <a:spcPts val="1724"/>
              </a:lnSpc>
              <a:spcBef>
                <a:spcPts val="378"/>
              </a:spcBef>
            </a:pPr>
            <a:r>
              <a:rPr sz="1500" spc="24" dirty="0">
                <a:solidFill>
                  <a:srgbClr val="073662"/>
                </a:solidFill>
                <a:latin typeface="Arial"/>
                <a:cs typeface="Arial"/>
              </a:rPr>
              <a:t>Comb </a:t>
            </a:r>
            <a:endParaRPr sz="1500">
              <a:latin typeface="Arial"/>
              <a:cs typeface="Arial"/>
            </a:endParaRPr>
          </a:p>
          <a:p>
            <a:pPr marL="12700" marR="682500">
              <a:lnSpc>
                <a:spcPts val="1724"/>
              </a:lnSpc>
              <a:spcBef>
                <a:spcPts val="451"/>
              </a:spcBef>
            </a:pPr>
            <a:r>
              <a:rPr sz="1500" spc="9" dirty="0">
                <a:solidFill>
                  <a:srgbClr val="073662"/>
                </a:solidFill>
                <a:latin typeface="Arial"/>
                <a:cs typeface="Arial"/>
              </a:rPr>
              <a:t>Hackle </a:t>
            </a:r>
            <a:endParaRPr sz="1500">
              <a:latin typeface="Arial"/>
              <a:cs typeface="Arial"/>
            </a:endParaRPr>
          </a:p>
          <a:p>
            <a:pPr marL="12700" marR="682500">
              <a:lnSpc>
                <a:spcPts val="1724"/>
              </a:lnSpc>
              <a:spcBef>
                <a:spcPts val="451"/>
              </a:spcBef>
            </a:pPr>
            <a:r>
              <a:rPr sz="1500" spc="9" dirty="0">
                <a:solidFill>
                  <a:srgbClr val="073662"/>
                </a:solidFill>
                <a:latin typeface="Arial"/>
                <a:cs typeface="Arial"/>
              </a:rPr>
              <a:t>Saddle </a:t>
            </a:r>
            <a:endParaRPr sz="1500">
              <a:latin typeface="Arial"/>
              <a:cs typeface="Arial"/>
            </a:endParaRPr>
          </a:p>
          <a:p>
            <a:pPr marL="12700" marR="682500">
              <a:lnSpc>
                <a:spcPts val="1724"/>
              </a:lnSpc>
              <a:spcBef>
                <a:spcPts val="451"/>
              </a:spcBef>
            </a:pPr>
            <a:r>
              <a:rPr sz="1500" spc="7" dirty="0">
                <a:solidFill>
                  <a:srgbClr val="073662"/>
                </a:solidFill>
                <a:latin typeface="Arial"/>
                <a:cs typeface="Arial"/>
              </a:rPr>
              <a:t>Claw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ts val="1675"/>
              </a:lnSpc>
              <a:spcBef>
                <a:spcPts val="535"/>
              </a:spcBef>
            </a:pPr>
            <a:r>
              <a:rPr sz="1500" spc="2" dirty="0">
                <a:solidFill>
                  <a:srgbClr val="073662"/>
                </a:solidFill>
                <a:latin typeface="Arial"/>
                <a:cs typeface="Arial"/>
              </a:rPr>
              <a:t>Sickle  Feather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6795" y="2866778"/>
            <a:ext cx="179895" cy="577528"/>
          </a:xfrm>
          <a:prstGeom prst="rect">
            <a:avLst/>
          </a:prstGeom>
        </p:spPr>
        <p:txBody>
          <a:bodyPr wrap="square" lIns="0" tIns="19399" rIns="0" bIns="0" rtlCol="0">
            <a:noAutofit/>
          </a:bodyPr>
          <a:lstStyle/>
          <a:p>
            <a:pPr marL="12700">
              <a:lnSpc>
                <a:spcPts val="3055"/>
              </a:lnSpc>
            </a:pPr>
            <a:r>
              <a:rPr sz="3000" spc="-283" dirty="0">
                <a:solidFill>
                  <a:srgbClr val="073662"/>
                </a:solidFill>
                <a:latin typeface="Arial"/>
                <a:cs typeface="Arial"/>
              </a:rPr>
              <a:t>•</a:t>
            </a:r>
            <a:endParaRPr sz="3000">
              <a:latin typeface="Arial"/>
              <a:cs typeface="Arial"/>
            </a:endParaRPr>
          </a:p>
          <a:p>
            <a:pPr marL="12700" marR="29908">
              <a:lnSpc>
                <a:spcPts val="1425"/>
              </a:lnSpc>
            </a:pPr>
            <a:r>
              <a:rPr sz="1500" spc="229" dirty="0">
                <a:solidFill>
                  <a:srgbClr val="073662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7315" y="3228407"/>
            <a:ext cx="1356827" cy="215900"/>
          </a:xfrm>
          <a:prstGeom prst="rect">
            <a:avLst/>
          </a:prstGeom>
        </p:spPr>
        <p:txBody>
          <a:bodyPr wrap="square" lIns="0" tIns="10382" rIns="0" bIns="0" rtlCol="0">
            <a:noAutofit/>
          </a:bodyPr>
          <a:lstStyle/>
          <a:p>
            <a:pPr marL="12700">
              <a:lnSpc>
                <a:spcPts val="1635"/>
              </a:lnSpc>
            </a:pPr>
            <a:r>
              <a:rPr sz="1500" spc="77" dirty="0">
                <a:solidFill>
                  <a:srgbClr val="073662"/>
                </a:solidFill>
                <a:latin typeface="Arial"/>
                <a:cs typeface="Arial"/>
              </a:rPr>
              <a:t>And if nothing</a:t>
            </a:r>
            <a:endParaRPr sz="15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255011" y="3228407"/>
            <a:ext cx="610774" cy="215900"/>
          </a:xfrm>
          <a:prstGeom prst="rect">
            <a:avLst/>
          </a:prstGeom>
        </p:spPr>
        <p:txBody>
          <a:bodyPr wrap="square" lIns="0" tIns="10382" rIns="0" bIns="0" rtlCol="0">
            <a:noAutofit/>
          </a:bodyPr>
          <a:lstStyle/>
          <a:p>
            <a:pPr marL="12700">
              <a:lnSpc>
                <a:spcPts val="1635"/>
              </a:lnSpc>
            </a:pPr>
            <a:r>
              <a:rPr sz="1500" spc="18" dirty="0">
                <a:solidFill>
                  <a:srgbClr val="073662"/>
                </a:solidFill>
                <a:latin typeface="Arial"/>
                <a:cs typeface="Arial"/>
              </a:rPr>
              <a:t>pixels!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object 40"/>
          <p:cNvSpPr/>
          <p:nvPr/>
        </p:nvSpPr>
        <p:spPr>
          <a:xfrm>
            <a:off x="0" y="0"/>
            <a:ext cx="9156700" cy="515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2602484" y="413855"/>
            <a:ext cx="807816" cy="495300"/>
          </a:xfrm>
          <a:prstGeom prst="rect">
            <a:avLst/>
          </a:prstGeom>
        </p:spPr>
        <p:txBody>
          <a:bodyPr wrap="square" lIns="0" tIns="24638" rIns="0" bIns="0" rtlCol="0">
            <a:noAutofit/>
          </a:bodyPr>
          <a:lstStyle/>
          <a:p>
            <a:pPr marL="12700">
              <a:lnSpc>
                <a:spcPts val="3879"/>
              </a:lnSpc>
            </a:pPr>
            <a:r>
              <a:rPr sz="3700" b="1" spc="-345" dirty="0">
                <a:solidFill>
                  <a:srgbClr val="EF6B00"/>
                </a:solidFill>
                <a:latin typeface="Times New Roman"/>
                <a:cs typeface="Times New Roman"/>
              </a:rPr>
              <a:t>Step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425444" y="413855"/>
            <a:ext cx="412111" cy="495300"/>
          </a:xfrm>
          <a:prstGeom prst="rect">
            <a:avLst/>
          </a:prstGeom>
        </p:spPr>
        <p:txBody>
          <a:bodyPr wrap="square" lIns="0" tIns="24638" rIns="0" bIns="0" rtlCol="0">
            <a:noAutofit/>
          </a:bodyPr>
          <a:lstStyle/>
          <a:p>
            <a:pPr marL="12700">
              <a:lnSpc>
                <a:spcPts val="3879"/>
              </a:lnSpc>
            </a:pPr>
            <a:r>
              <a:rPr sz="3700" b="1" spc="-296" dirty="0">
                <a:solidFill>
                  <a:srgbClr val="EF6B00"/>
                </a:solidFill>
                <a:latin typeface="Times New Roman"/>
                <a:cs typeface="Times New Roman"/>
              </a:rPr>
              <a:t>4: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858260" y="413855"/>
            <a:ext cx="1076152" cy="495300"/>
          </a:xfrm>
          <a:prstGeom prst="rect">
            <a:avLst/>
          </a:prstGeom>
        </p:spPr>
        <p:txBody>
          <a:bodyPr wrap="square" lIns="0" tIns="24638" rIns="0" bIns="0" rtlCol="0">
            <a:noAutofit/>
          </a:bodyPr>
          <a:lstStyle/>
          <a:p>
            <a:pPr marL="12700">
              <a:lnSpc>
                <a:spcPts val="3879"/>
              </a:lnSpc>
            </a:pPr>
            <a:r>
              <a:rPr sz="3700" b="1" spc="-252" dirty="0">
                <a:solidFill>
                  <a:srgbClr val="EF6B00"/>
                </a:solidFill>
                <a:latin typeface="Times New Roman"/>
                <a:cs typeface="Times New Roman"/>
              </a:rPr>
              <a:t>Select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918964" y="413855"/>
            <a:ext cx="1703592" cy="495300"/>
          </a:xfrm>
          <a:prstGeom prst="rect">
            <a:avLst/>
          </a:prstGeom>
        </p:spPr>
        <p:txBody>
          <a:bodyPr wrap="square" lIns="0" tIns="24638" rIns="0" bIns="0" rtlCol="0">
            <a:noAutofit/>
          </a:bodyPr>
          <a:lstStyle/>
          <a:p>
            <a:pPr marL="12700">
              <a:lnSpc>
                <a:spcPts val="3879"/>
              </a:lnSpc>
            </a:pPr>
            <a:r>
              <a:rPr sz="3700" b="1" spc="-419" dirty="0">
                <a:solidFill>
                  <a:srgbClr val="EF6B00"/>
                </a:solidFill>
                <a:latin typeface="Times New Roman"/>
                <a:cs typeface="Times New Roman"/>
              </a:rPr>
              <a:t>Algorithm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479284" y="1422483"/>
            <a:ext cx="294565" cy="418722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 marR="19050">
              <a:lnSpc>
                <a:spcPts val="1225"/>
              </a:lnSpc>
            </a:pPr>
            <a:r>
              <a:rPr sz="1100" spc="488" dirty="0">
                <a:solidFill>
                  <a:srgbClr val="4238C1"/>
                </a:solidFill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  <a:p>
            <a:pPr marL="131572">
              <a:lnSpc>
                <a:spcPct val="95825"/>
              </a:lnSpc>
              <a:spcBef>
                <a:spcPts val="783"/>
              </a:spcBef>
            </a:pPr>
            <a:r>
              <a:rPr sz="1000" spc="255" dirty="0">
                <a:solidFill>
                  <a:srgbClr val="4238C1"/>
                </a:solidFill>
                <a:latin typeface="Arial"/>
                <a:cs typeface="Arial"/>
              </a:rPr>
              <a:t>O</a:t>
            </a:r>
            <a:endParaRPr sz="1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756908" y="1474171"/>
            <a:ext cx="723102" cy="571500"/>
          </a:xfrm>
          <a:prstGeom prst="rect">
            <a:avLst/>
          </a:prstGeom>
        </p:spPr>
        <p:txBody>
          <a:bodyPr wrap="square" lIns="0" tIns="28575" rIns="0" bIns="0" rtlCol="0">
            <a:noAutofit/>
          </a:bodyPr>
          <a:lstStyle/>
          <a:p>
            <a:pPr marL="12700">
              <a:lnSpc>
                <a:spcPts val="4500"/>
              </a:lnSpc>
            </a:pPr>
            <a:r>
              <a:rPr sz="2400" spc="523" baseline="36234" dirty="0">
                <a:solidFill>
                  <a:srgbClr val="575757"/>
                </a:solidFill>
                <a:latin typeface="Times New Roman"/>
                <a:cs typeface="Times New Roman"/>
              </a:rPr>
              <a:t>o</a:t>
            </a:r>
            <a:r>
              <a:rPr sz="4300" spc="-587" dirty="0">
                <a:solidFill>
                  <a:srgbClr val="575757"/>
                </a:solidFill>
                <a:latin typeface="Arial"/>
                <a:cs typeface="Arial"/>
              </a:rPr>
              <a:t>.</a:t>
            </a:r>
            <a:r>
              <a:rPr sz="2400" spc="523" baseline="36234" dirty="0">
                <a:solidFill>
                  <a:srgbClr val="6E726D"/>
                </a:solidFill>
                <a:latin typeface="Times New Roman"/>
                <a:cs typeface="Times New Roman"/>
              </a:rPr>
              <a:t>'</a:t>
            </a:r>
            <a:r>
              <a:rPr sz="4300" spc="-587" dirty="0">
                <a:solidFill>
                  <a:srgbClr val="6E726D"/>
                </a:solidFill>
                <a:latin typeface="Arial"/>
                <a:cs typeface="Arial"/>
              </a:rPr>
              <a:t>&lt;</a:t>
            </a:r>
            <a:r>
              <a:rPr sz="1500" spc="-587" baseline="57975" dirty="0">
                <a:solidFill>
                  <a:srgbClr val="4238C1"/>
                </a:solidFill>
                <a:latin typeface="Arial"/>
                <a:cs typeface="Arial"/>
              </a:rPr>
              <a:t>O</a:t>
            </a:r>
            <a:endParaRPr sz="1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945884" y="1737578"/>
            <a:ext cx="512064" cy="466339"/>
          </a:xfrm>
          <a:prstGeom prst="rect">
            <a:avLst/>
          </a:prstGeom>
        </p:spPr>
        <p:txBody>
          <a:bodyPr wrap="square" lIns="0" tIns="14890" rIns="0" bIns="0" rtlCol="0">
            <a:noAutofit/>
          </a:bodyPr>
          <a:lstStyle/>
          <a:p>
            <a:pPr algn="ctr">
              <a:lnSpc>
                <a:spcPts val="2345"/>
              </a:lnSpc>
            </a:pPr>
            <a:r>
              <a:rPr sz="700" spc="-331" dirty="0">
                <a:solidFill>
                  <a:srgbClr val="575757"/>
                </a:solidFill>
                <a:latin typeface="Times New Roman"/>
                <a:cs typeface="Times New Roman"/>
                <a:hlinkClick r:id="rId3"/>
              </a:rPr>
              <a:t>@</a:t>
            </a:r>
            <a:r>
              <a:rPr sz="700" spc="-22" dirty="0">
                <a:solidFill>
                  <a:srgbClr val="575757"/>
                </a:solidFill>
                <a:latin typeface="Times New Roman"/>
                <a:cs typeface="Times New Roman"/>
                <a:hlinkClick r:id="rId3"/>
              </a:rPr>
              <a:t>a</a:t>
            </a:r>
            <a:r>
              <a:rPr sz="700" spc="382" dirty="0">
                <a:solidFill>
                  <a:srgbClr val="575757"/>
                </a:solidFill>
                <a:latin typeface="Times New Roman"/>
                <a:cs typeface="Times New Roman"/>
              </a:rPr>
              <a:t>,</a:t>
            </a:r>
            <a:r>
              <a:rPr sz="700" spc="0" dirty="0">
                <a:solidFill>
                  <a:srgbClr val="575757"/>
                </a:solidFill>
                <a:latin typeface="Times New Roman"/>
                <a:cs typeface="Times New Roman"/>
              </a:rPr>
              <a:t>     </a:t>
            </a:r>
            <a:r>
              <a:rPr sz="700" spc="-5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2200" spc="406" dirty="0">
                <a:solidFill>
                  <a:srgbClr val="3A3AE2"/>
                </a:solidFill>
                <a:latin typeface="Times New Roman"/>
                <a:cs typeface="Times New Roman"/>
              </a:rPr>
              <a:t>«</a:t>
            </a:r>
            <a:endParaRPr sz="2200">
              <a:latin typeface="Times New Roman"/>
              <a:cs typeface="Times New Roman"/>
            </a:endParaRPr>
          </a:p>
          <a:p>
            <a:pPr marL="185547" marR="227276" algn="ctr">
              <a:lnSpc>
                <a:spcPct val="95825"/>
              </a:lnSpc>
            </a:pPr>
            <a:r>
              <a:rPr sz="1000" spc="-151" dirty="0">
                <a:solidFill>
                  <a:srgbClr val="575757"/>
                </a:solidFill>
                <a:latin typeface="Arial"/>
                <a:cs typeface="Arial"/>
              </a:rPr>
              <a:t>~</a:t>
            </a:r>
            <a:endParaRPr sz="1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226812" y="1868999"/>
            <a:ext cx="959680" cy="767588"/>
          </a:xfrm>
          <a:prstGeom prst="rect">
            <a:avLst/>
          </a:prstGeom>
        </p:spPr>
        <p:txBody>
          <a:bodyPr wrap="square" lIns="0" tIns="10382" rIns="0" bIns="0" rtlCol="0">
            <a:noAutofit/>
          </a:bodyPr>
          <a:lstStyle/>
          <a:p>
            <a:pPr marL="18796" marR="28575">
              <a:lnSpc>
                <a:spcPts val="1635"/>
              </a:lnSpc>
            </a:pPr>
            <a:r>
              <a:rPr sz="1500" b="1" spc="16" dirty="0">
                <a:solidFill>
                  <a:srgbClr val="A1E8D8"/>
                </a:solidFill>
                <a:latin typeface="Arial"/>
                <a:cs typeface="Arial"/>
              </a:rPr>
              <a:t>Support</a:t>
            </a:r>
            <a:endParaRPr sz="1500">
              <a:latin typeface="Arial"/>
              <a:cs typeface="Arial"/>
            </a:endParaRPr>
          </a:p>
          <a:p>
            <a:pPr marL="12700" marR="28575">
              <a:lnSpc>
                <a:spcPct val="95825"/>
              </a:lnSpc>
              <a:spcBef>
                <a:spcPts val="378"/>
              </a:spcBef>
            </a:pPr>
            <a:r>
              <a:rPr sz="1500" b="1" spc="23" dirty="0">
                <a:solidFill>
                  <a:srgbClr val="A1E8D8"/>
                </a:solidFill>
                <a:latin typeface="Arial"/>
                <a:cs typeface="Arial"/>
              </a:rPr>
              <a:t>Vector</a:t>
            </a:r>
            <a:endParaRPr sz="1500">
              <a:latin typeface="Arial"/>
              <a:cs typeface="Arial"/>
            </a:endParaRPr>
          </a:p>
          <a:p>
            <a:pPr marL="24891">
              <a:lnSpc>
                <a:spcPct val="95825"/>
              </a:lnSpc>
              <a:spcBef>
                <a:spcPts val="434"/>
              </a:spcBef>
            </a:pPr>
            <a:r>
              <a:rPr sz="1500" b="1" spc="25" dirty="0">
                <a:solidFill>
                  <a:srgbClr val="A1E8D8"/>
                </a:solidFill>
                <a:latin typeface="Arial"/>
                <a:cs typeface="Arial"/>
              </a:rPr>
              <a:t>Machines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424420" y="2051518"/>
            <a:ext cx="589857" cy="152400"/>
          </a:xfrm>
          <a:prstGeom prst="rect">
            <a:avLst/>
          </a:prstGeom>
        </p:spPr>
        <p:txBody>
          <a:bodyPr wrap="square" lIns="0" tIns="7111" rIns="0" bIns="0" rtlCol="0">
            <a:noAutofit/>
          </a:bodyPr>
          <a:lstStyle/>
          <a:p>
            <a:pPr marL="12700">
              <a:lnSpc>
                <a:spcPts val="1120"/>
              </a:lnSpc>
            </a:pPr>
            <a:r>
              <a:rPr sz="700" spc="208" dirty="0">
                <a:solidFill>
                  <a:srgbClr val="6E726D"/>
                </a:solidFill>
                <a:latin typeface="Times New Roman"/>
                <a:cs typeface="Times New Roman"/>
              </a:rPr>
              <a:t>'</a:t>
            </a:r>
            <a:r>
              <a:rPr sz="700" spc="148" dirty="0">
                <a:solidFill>
                  <a:srgbClr val="6E726D"/>
                </a:solidFill>
                <a:latin typeface="Times New Roman"/>
                <a:cs typeface="Times New Roman"/>
              </a:rPr>
              <a:t>-</a:t>
            </a:r>
            <a:r>
              <a:rPr sz="700" spc="229" dirty="0">
                <a:solidFill>
                  <a:srgbClr val="6E726D"/>
                </a:solidFill>
                <a:latin typeface="Times New Roman"/>
                <a:cs typeface="Times New Roman"/>
              </a:rPr>
              <a:t>,,</a:t>
            </a:r>
            <a:r>
              <a:rPr sz="700" spc="154" dirty="0">
                <a:solidFill>
                  <a:srgbClr val="6E726D"/>
                </a:solidFill>
                <a:latin typeface="Times New Roman"/>
                <a:cs typeface="Times New Roman"/>
              </a:rPr>
              <a:t>,</a:t>
            </a:r>
            <a:r>
              <a:rPr sz="700" spc="0" dirty="0">
                <a:solidFill>
                  <a:srgbClr val="6E726D"/>
                </a:solidFill>
                <a:latin typeface="Times New Roman"/>
                <a:cs typeface="Times New Roman"/>
              </a:rPr>
              <a:t>       </a:t>
            </a:r>
            <a:r>
              <a:rPr sz="700" spc="-50" dirty="0">
                <a:solidFill>
                  <a:srgbClr val="6E726D"/>
                </a:solidFill>
                <a:latin typeface="Times New Roman"/>
                <a:cs typeface="Times New Roman"/>
              </a:rPr>
              <a:t> </a:t>
            </a:r>
            <a:r>
              <a:rPr sz="1000" spc="494" dirty="0">
                <a:solidFill>
                  <a:srgbClr val="4238C1"/>
                </a:solidFill>
                <a:latin typeface="Arial"/>
                <a:cs typeface="Arial"/>
              </a:rPr>
              <a:t>~</a:t>
            </a:r>
            <a:endParaRPr sz="1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576820" y="2089194"/>
            <a:ext cx="299582" cy="939800"/>
          </a:xfrm>
          <a:prstGeom prst="rect">
            <a:avLst/>
          </a:prstGeom>
        </p:spPr>
        <p:txBody>
          <a:bodyPr wrap="square" lIns="0" tIns="46990" rIns="0" bIns="0" rtlCol="0">
            <a:noAutofit/>
          </a:bodyPr>
          <a:lstStyle/>
          <a:p>
            <a:pPr marL="12700">
              <a:lnSpc>
                <a:spcPts val="7400"/>
              </a:lnSpc>
            </a:pPr>
            <a:r>
              <a:rPr sz="7200" spc="-1461" dirty="0">
                <a:solidFill>
                  <a:srgbClr val="6E726D"/>
                </a:solidFill>
                <a:latin typeface="Times New Roman"/>
                <a:cs typeface="Times New Roman"/>
              </a:rPr>
              <a:t>•</a:t>
            </a:r>
            <a:endParaRPr sz="7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729220" y="2276176"/>
            <a:ext cx="466431" cy="302153"/>
          </a:xfrm>
          <a:prstGeom prst="rect">
            <a:avLst/>
          </a:prstGeom>
        </p:spPr>
        <p:txBody>
          <a:bodyPr wrap="square" lIns="0" tIns="12128" rIns="0" bIns="0" rtlCol="0">
            <a:noAutofit/>
          </a:bodyPr>
          <a:lstStyle/>
          <a:p>
            <a:pPr marL="104139">
              <a:lnSpc>
                <a:spcPts val="1910"/>
              </a:lnSpc>
            </a:pPr>
            <a:r>
              <a:rPr sz="2000" spc="-837" dirty="0">
                <a:solidFill>
                  <a:srgbClr val="444444"/>
                </a:solidFill>
                <a:latin typeface="Times New Roman"/>
                <a:cs typeface="Times New Roman"/>
              </a:rPr>
              <a:t>&gt;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380"/>
              </a:lnSpc>
            </a:pPr>
            <a:r>
              <a:rPr sz="600" spc="162" dirty="0">
                <a:solidFill>
                  <a:srgbClr val="444444"/>
                </a:solidFill>
                <a:latin typeface="Arial"/>
                <a:cs typeface="Arial"/>
              </a:rPr>
              <a:t>Mi</a:t>
            </a:r>
            <a:r>
              <a:rPr sz="600" spc="162" dirty="0">
                <a:solidFill>
                  <a:srgbClr val="575757"/>
                </a:solidFill>
                <a:latin typeface="Arial"/>
                <a:cs typeface="Arial"/>
              </a:rPr>
              <a:t>»ar</a:t>
            </a:r>
            <a:r>
              <a:rPr sz="600" spc="162" dirty="0">
                <a:solidFill>
                  <a:srgbClr val="333333"/>
                </a:solidFill>
                <a:latin typeface="Arial"/>
                <a:cs typeface="Arial"/>
              </a:rPr>
              <a:t>u</a:t>
            </a:r>
            <a:r>
              <a:rPr sz="600" spc="162" dirty="0">
                <a:solidFill>
                  <a:srgbClr val="575757"/>
                </a:solidFill>
                <a:latin typeface="Arial"/>
                <a:cs typeface="Arial"/>
              </a:rPr>
              <a:t>m</a:t>
            </a:r>
            <a:endParaRPr sz="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641084" y="2357931"/>
            <a:ext cx="189565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sz="1200" spc="379" dirty="0">
                <a:solidFill>
                  <a:srgbClr val="8C152F"/>
                </a:solidFill>
                <a:latin typeface="Times New Roman"/>
                <a:cs typeface="Times New Roman"/>
              </a:rPr>
              <a:t>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78828" y="2395405"/>
            <a:ext cx="247736" cy="48475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 marR="22859">
              <a:lnSpc>
                <a:spcPts val="1530"/>
              </a:lnSpc>
            </a:pPr>
            <a:r>
              <a:rPr sz="1400" spc="628" dirty="0">
                <a:solidFill>
                  <a:srgbClr val="8C152F"/>
                </a:solidFill>
                <a:latin typeface="Times New Roman"/>
                <a:cs typeface="Times New Roman"/>
              </a:rPr>
              <a:t>[</a:t>
            </a:r>
            <a:endParaRPr sz="1400">
              <a:latin typeface="Times New Roman"/>
              <a:cs typeface="Times New Roman"/>
            </a:endParaRPr>
          </a:p>
          <a:p>
            <a:pPr marL="73660">
              <a:lnSpc>
                <a:spcPct val="95825"/>
              </a:lnSpc>
              <a:spcBef>
                <a:spcPts val="756"/>
              </a:spcBef>
            </a:pPr>
            <a:r>
              <a:rPr sz="1200" spc="357" dirty="0">
                <a:solidFill>
                  <a:srgbClr val="8C152F"/>
                </a:solidFill>
                <a:latin typeface="Times New Roman"/>
                <a:cs typeface="Times New Roman"/>
              </a:rPr>
              <a:t>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20204" y="2395405"/>
            <a:ext cx="239471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sz="1400" dirty="0">
                <a:solidFill>
                  <a:srgbClr val="8C152F"/>
                </a:solidFill>
                <a:latin typeface="Times New Roman"/>
                <a:cs typeface="Times New Roman"/>
              </a:rPr>
              <a:t>ml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7924" y="2526645"/>
            <a:ext cx="384063" cy="88900"/>
          </a:xfrm>
          <a:prstGeom prst="rect">
            <a:avLst/>
          </a:prstGeom>
        </p:spPr>
        <p:txBody>
          <a:bodyPr wrap="square" lIns="0" tIns="4445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500" spc="45" dirty="0">
                <a:solidFill>
                  <a:srgbClr val="6E726D"/>
                </a:solidFill>
                <a:latin typeface="Arial"/>
                <a:cs typeface="Arial"/>
              </a:rPr>
              <a:t>i</a:t>
            </a:r>
            <a:r>
              <a:rPr sz="500" spc="45" dirty="0">
                <a:solidFill>
                  <a:srgbClr val="575757"/>
                </a:solidFill>
                <a:latin typeface="Arial"/>
                <a:cs typeface="Arial"/>
              </a:rPr>
              <a:t>nput </a:t>
            </a:r>
            <a:r>
              <a:rPr sz="500" spc="45" dirty="0">
                <a:solidFill>
                  <a:srgbClr val="444444"/>
                </a:solidFill>
                <a:latin typeface="Arial"/>
                <a:cs typeface="Arial"/>
              </a:rPr>
              <a:t>l</a:t>
            </a:r>
            <a:r>
              <a:rPr sz="500" spc="45" dirty="0">
                <a:solidFill>
                  <a:srgbClr val="575757"/>
                </a:solidFill>
                <a:latin typeface="Arial"/>
                <a:cs typeface="Arial"/>
              </a:rPr>
              <a:t>ay</a:t>
            </a:r>
            <a:r>
              <a:rPr sz="500" spc="45" dirty="0">
                <a:solidFill>
                  <a:srgbClr val="6E726D"/>
                </a:solidFill>
                <a:latin typeface="Arial"/>
                <a:cs typeface="Arial"/>
              </a:rPr>
              <a:t>e</a:t>
            </a:r>
            <a:r>
              <a:rPr sz="500" spc="45" dirty="0">
                <a:solidFill>
                  <a:srgbClr val="575757"/>
                </a:solidFill>
                <a:latin typeface="Arial"/>
                <a:cs typeface="Arial"/>
              </a:rPr>
              <a:t>r</a:t>
            </a:r>
            <a:endParaRPr sz="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33348" y="2529693"/>
            <a:ext cx="508055" cy="88900"/>
          </a:xfrm>
          <a:prstGeom prst="rect">
            <a:avLst/>
          </a:prstGeom>
        </p:spPr>
        <p:txBody>
          <a:bodyPr wrap="square" lIns="0" tIns="4445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500" spc="34" dirty="0">
                <a:solidFill>
                  <a:srgbClr val="575757"/>
                </a:solidFill>
                <a:latin typeface="Arial"/>
                <a:cs typeface="Arial"/>
              </a:rPr>
              <a:t>h</a:t>
            </a:r>
            <a:r>
              <a:rPr sz="500" spc="34" dirty="0">
                <a:solidFill>
                  <a:srgbClr val="6E726D"/>
                </a:solidFill>
                <a:latin typeface="Arial"/>
                <a:cs typeface="Arial"/>
              </a:rPr>
              <a:t>i</a:t>
            </a:r>
            <a:r>
              <a:rPr sz="500" spc="34" dirty="0">
                <a:solidFill>
                  <a:srgbClr val="575757"/>
                </a:solidFill>
                <a:latin typeface="Arial"/>
                <a:cs typeface="Arial"/>
              </a:rPr>
              <a:t>dden la</a:t>
            </a:r>
            <a:r>
              <a:rPr sz="500" spc="34" dirty="0">
                <a:solidFill>
                  <a:srgbClr val="6E726D"/>
                </a:solidFill>
                <a:latin typeface="Arial"/>
                <a:cs typeface="Arial"/>
              </a:rPr>
              <a:t>y</a:t>
            </a:r>
            <a:r>
              <a:rPr sz="500" spc="34" dirty="0">
                <a:solidFill>
                  <a:srgbClr val="575757"/>
                </a:solidFill>
                <a:latin typeface="Arial"/>
                <a:cs typeface="Arial"/>
              </a:rPr>
              <a:t>er  1</a:t>
            </a:r>
            <a:endParaRPr sz="5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473188" y="2527722"/>
            <a:ext cx="595504" cy="152400"/>
          </a:xfrm>
          <a:prstGeom prst="rect">
            <a:avLst/>
          </a:prstGeom>
        </p:spPr>
        <p:txBody>
          <a:bodyPr wrap="square" lIns="0" tIns="7111" rIns="0" bIns="0" rtlCol="0">
            <a:noAutofit/>
          </a:bodyPr>
          <a:lstStyle/>
          <a:p>
            <a:pPr marL="12700">
              <a:lnSpc>
                <a:spcPts val="1120"/>
              </a:lnSpc>
            </a:pPr>
            <a:r>
              <a:rPr sz="1000" spc="371" dirty="0">
                <a:solidFill>
                  <a:srgbClr val="6E726D"/>
                </a:solidFill>
                <a:latin typeface="Times New Roman"/>
                <a:cs typeface="Times New Roman"/>
              </a:rPr>
              <a:t>• </a:t>
            </a:r>
            <a:r>
              <a:rPr sz="1000" spc="371" dirty="0">
                <a:solidFill>
                  <a:srgbClr val="333333"/>
                </a:solidFill>
                <a:latin typeface="Times New Roman"/>
                <a:cs typeface="Times New Roman"/>
              </a:rPr>
              <a:t>l</a:t>
            </a:r>
            <a:r>
              <a:rPr sz="600" spc="85" dirty="0">
                <a:solidFill>
                  <a:srgbClr val="575757"/>
                </a:solidFill>
                <a:latin typeface="Arial"/>
                <a:cs typeface="Arial"/>
              </a:rPr>
              <a:t>ma</a:t>
            </a:r>
            <a:r>
              <a:rPr sz="600" spc="85" dirty="0">
                <a:solidFill>
                  <a:srgbClr val="444444"/>
                </a:solidFill>
                <a:latin typeface="Arial"/>
                <a:cs typeface="Arial"/>
              </a:rPr>
              <a:t>r</a:t>
            </a:r>
            <a:r>
              <a:rPr sz="600" spc="85" dirty="0">
                <a:solidFill>
                  <a:srgbClr val="575757"/>
                </a:solidFill>
                <a:latin typeface="Arial"/>
                <a:cs typeface="Arial"/>
              </a:rPr>
              <a:t>g</a:t>
            </a:r>
            <a:r>
              <a:rPr sz="600" spc="85" dirty="0">
                <a:solidFill>
                  <a:srgbClr val="444444"/>
                </a:solidFill>
                <a:latin typeface="Arial"/>
                <a:cs typeface="Arial"/>
              </a:rPr>
              <a:t>i</a:t>
            </a:r>
            <a:r>
              <a:rPr sz="600" spc="85" dirty="0">
                <a:solidFill>
                  <a:srgbClr val="575757"/>
                </a:solidFill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19732" y="2532741"/>
            <a:ext cx="509950" cy="88900"/>
          </a:xfrm>
          <a:prstGeom prst="rect">
            <a:avLst/>
          </a:prstGeom>
        </p:spPr>
        <p:txBody>
          <a:bodyPr wrap="square" lIns="0" tIns="4445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500" spc="47" dirty="0">
                <a:solidFill>
                  <a:srgbClr val="575757"/>
                </a:solidFill>
                <a:latin typeface="Arial"/>
                <a:cs typeface="Arial"/>
              </a:rPr>
              <a:t>hidd</a:t>
            </a:r>
            <a:r>
              <a:rPr sz="500" spc="47" dirty="0">
                <a:solidFill>
                  <a:srgbClr val="6E726D"/>
                </a:solidFill>
                <a:latin typeface="Arial"/>
                <a:cs typeface="Arial"/>
              </a:rPr>
              <a:t>e</a:t>
            </a:r>
            <a:r>
              <a:rPr sz="500" spc="47" dirty="0">
                <a:solidFill>
                  <a:srgbClr val="575757"/>
                </a:solidFill>
                <a:latin typeface="Arial"/>
                <a:cs typeface="Arial"/>
              </a:rPr>
              <a:t>n </a:t>
            </a:r>
            <a:r>
              <a:rPr sz="500" spc="47" dirty="0">
                <a:solidFill>
                  <a:srgbClr val="444444"/>
                </a:solidFill>
                <a:latin typeface="Arial"/>
                <a:cs typeface="Arial"/>
              </a:rPr>
              <a:t>l</a:t>
            </a:r>
            <a:r>
              <a:rPr sz="500" spc="47" dirty="0">
                <a:solidFill>
                  <a:srgbClr val="6E726D"/>
                </a:solidFill>
                <a:latin typeface="Arial"/>
                <a:cs typeface="Arial"/>
              </a:rPr>
              <a:t>a</a:t>
            </a:r>
            <a:r>
              <a:rPr sz="500" spc="47" dirty="0">
                <a:solidFill>
                  <a:srgbClr val="575757"/>
                </a:solidFill>
                <a:latin typeface="Arial"/>
                <a:cs typeface="Arial"/>
              </a:rPr>
              <a:t>y</a:t>
            </a:r>
            <a:r>
              <a:rPr sz="500" spc="47" dirty="0">
                <a:solidFill>
                  <a:srgbClr val="6E726D"/>
                </a:solidFill>
                <a:latin typeface="Arial"/>
                <a:cs typeface="Arial"/>
              </a:rPr>
              <a:t>e</a:t>
            </a:r>
            <a:r>
              <a:rPr sz="500" spc="47" dirty="0">
                <a:solidFill>
                  <a:srgbClr val="575757"/>
                </a:solidFill>
                <a:latin typeface="Arial"/>
                <a:cs typeface="Arial"/>
              </a:rPr>
              <a:t>r </a:t>
            </a:r>
            <a:r>
              <a:rPr sz="500" spc="47" dirty="0">
                <a:solidFill>
                  <a:srgbClr val="6E726D"/>
                </a:solidFill>
                <a:latin typeface="Arial"/>
                <a:cs typeface="Arial"/>
              </a:rPr>
              <a:t>2</a:t>
            </a:r>
            <a:endParaRPr sz="5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48788" y="2532741"/>
            <a:ext cx="429783" cy="88900"/>
          </a:xfrm>
          <a:prstGeom prst="rect">
            <a:avLst/>
          </a:prstGeom>
        </p:spPr>
        <p:txBody>
          <a:bodyPr wrap="square" lIns="0" tIns="4445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500" spc="46" dirty="0">
                <a:solidFill>
                  <a:srgbClr val="6E726D"/>
                </a:solidFill>
                <a:latin typeface="Arial"/>
                <a:cs typeface="Arial"/>
              </a:rPr>
              <a:t>o</a:t>
            </a:r>
            <a:r>
              <a:rPr sz="500" spc="46" dirty="0">
                <a:solidFill>
                  <a:srgbClr val="444444"/>
                </a:solidFill>
                <a:latin typeface="Arial"/>
                <a:cs typeface="Arial"/>
              </a:rPr>
              <a:t>u</a:t>
            </a:r>
            <a:r>
              <a:rPr sz="500" spc="46" dirty="0">
                <a:solidFill>
                  <a:srgbClr val="575757"/>
                </a:solidFill>
                <a:latin typeface="Arial"/>
                <a:cs typeface="Arial"/>
              </a:rPr>
              <a:t>tpu</a:t>
            </a:r>
            <a:r>
              <a:rPr sz="500" spc="46" dirty="0">
                <a:solidFill>
                  <a:srgbClr val="444444"/>
                </a:solidFill>
                <a:latin typeface="Arial"/>
                <a:cs typeface="Arial"/>
              </a:rPr>
              <a:t>t </a:t>
            </a:r>
            <a:r>
              <a:rPr sz="500" spc="46" dirty="0">
                <a:solidFill>
                  <a:srgbClr val="575757"/>
                </a:solidFill>
                <a:latin typeface="Arial"/>
                <a:cs typeface="Arial"/>
              </a:rPr>
              <a:t>l</a:t>
            </a:r>
            <a:r>
              <a:rPr sz="500" spc="46" dirty="0">
                <a:solidFill>
                  <a:srgbClr val="6E726D"/>
                </a:solidFill>
                <a:latin typeface="Arial"/>
                <a:cs typeface="Arial"/>
              </a:rPr>
              <a:t>a</a:t>
            </a:r>
            <a:r>
              <a:rPr sz="500" spc="46" dirty="0">
                <a:solidFill>
                  <a:srgbClr val="575757"/>
                </a:solidFill>
                <a:latin typeface="Arial"/>
                <a:cs typeface="Arial"/>
              </a:rPr>
              <a:t>yer</a:t>
            </a:r>
            <a:endParaRPr sz="5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1660" y="2771207"/>
            <a:ext cx="786592" cy="215900"/>
          </a:xfrm>
          <a:prstGeom prst="rect">
            <a:avLst/>
          </a:prstGeom>
        </p:spPr>
        <p:txBody>
          <a:bodyPr wrap="square" lIns="0" tIns="10382" rIns="0" bIns="0" rtlCol="0">
            <a:noAutofit/>
          </a:bodyPr>
          <a:lstStyle/>
          <a:p>
            <a:pPr marL="12700">
              <a:lnSpc>
                <a:spcPts val="1635"/>
              </a:lnSpc>
            </a:pPr>
            <a:r>
              <a:rPr sz="1500" b="1" spc="20" dirty="0">
                <a:solidFill>
                  <a:srgbClr val="A1E8D8"/>
                </a:solidFill>
                <a:latin typeface="Arial"/>
                <a:cs typeface="Arial"/>
              </a:rPr>
              <a:t>Artificia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50340" y="2771207"/>
            <a:ext cx="600165" cy="215900"/>
          </a:xfrm>
          <a:prstGeom prst="rect">
            <a:avLst/>
          </a:prstGeom>
        </p:spPr>
        <p:txBody>
          <a:bodyPr wrap="square" lIns="0" tIns="10382" rIns="0" bIns="0" rtlCol="0">
            <a:noAutofit/>
          </a:bodyPr>
          <a:lstStyle/>
          <a:p>
            <a:pPr marL="12700">
              <a:lnSpc>
                <a:spcPts val="1635"/>
              </a:lnSpc>
            </a:pPr>
            <a:r>
              <a:rPr sz="1500" b="1" spc="-61" dirty="0">
                <a:solidFill>
                  <a:srgbClr val="A1E8D8"/>
                </a:solidFill>
                <a:latin typeface="Arial"/>
                <a:cs typeface="Arial"/>
              </a:rPr>
              <a:t>Neural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66620" y="2771207"/>
            <a:ext cx="829264" cy="215900"/>
          </a:xfrm>
          <a:prstGeom prst="rect">
            <a:avLst/>
          </a:prstGeom>
        </p:spPr>
        <p:txBody>
          <a:bodyPr wrap="square" lIns="0" tIns="10382" rIns="0" bIns="0" rtlCol="0">
            <a:noAutofit/>
          </a:bodyPr>
          <a:lstStyle/>
          <a:p>
            <a:pPr marL="12700">
              <a:lnSpc>
                <a:spcPts val="1635"/>
              </a:lnSpc>
            </a:pPr>
            <a:r>
              <a:rPr sz="1500" b="1" spc="26" dirty="0">
                <a:solidFill>
                  <a:srgbClr val="A1E8D8"/>
                </a:solidFill>
                <a:latin typeface="Arial"/>
                <a:cs typeface="Arial"/>
              </a:rPr>
              <a:t>Network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93940" y="3324828"/>
            <a:ext cx="525649" cy="242824"/>
          </a:xfrm>
          <a:prstGeom prst="rect">
            <a:avLst/>
          </a:prstGeom>
        </p:spPr>
        <p:txBody>
          <a:bodyPr wrap="square" lIns="0" tIns="8318" rIns="0" bIns="0" rtlCol="0">
            <a:noAutofit/>
          </a:bodyPr>
          <a:lstStyle/>
          <a:p>
            <a:pPr marL="12700" indent="54864">
              <a:lnSpc>
                <a:spcPts val="910"/>
              </a:lnSpc>
            </a:pPr>
            <a:r>
              <a:rPr sz="800" spc="77" dirty="0">
                <a:solidFill>
                  <a:srgbClr val="575757"/>
                </a:solidFill>
                <a:latin typeface="Arial"/>
                <a:cs typeface="Arial"/>
              </a:rPr>
              <a:t>stro</a:t>
            </a:r>
            <a:r>
              <a:rPr sz="800" spc="77" dirty="0">
                <a:solidFill>
                  <a:srgbClr val="6E726D"/>
                </a:solidFill>
                <a:latin typeface="Arial"/>
                <a:cs typeface="Arial"/>
              </a:rPr>
              <a:t>n</a:t>
            </a:r>
            <a:r>
              <a:rPr sz="800" spc="77" dirty="0">
                <a:solidFill>
                  <a:srgbClr val="575757"/>
                </a:solidFill>
                <a:latin typeface="Arial"/>
                <a:cs typeface="Arial"/>
              </a:rPr>
              <a:t>g </a:t>
            </a:r>
            <a:r>
              <a:rPr sz="800" spc="77" dirty="0">
                <a:solidFill>
                  <a:srgbClr val="6E726D"/>
                </a:solidFill>
                <a:latin typeface="Arial"/>
                <a:cs typeface="Arial"/>
              </a:rPr>
              <a:t>cl</a:t>
            </a:r>
            <a:r>
              <a:rPr sz="800" spc="77" dirty="0">
                <a:solidFill>
                  <a:srgbClr val="575757"/>
                </a:solidFill>
                <a:latin typeface="Arial"/>
                <a:cs typeface="Arial"/>
              </a:rPr>
              <a:t>ass</a:t>
            </a:r>
            <a:r>
              <a:rPr sz="800" spc="77" dirty="0">
                <a:solidFill>
                  <a:srgbClr val="6E726D"/>
                </a:solidFill>
                <a:latin typeface="Arial"/>
                <a:cs typeface="Arial"/>
              </a:rPr>
              <a:t>ifi</a:t>
            </a:r>
            <a:r>
              <a:rPr sz="800" spc="77" dirty="0">
                <a:solidFill>
                  <a:srgbClr val="575757"/>
                </a:solidFill>
                <a:latin typeface="Arial"/>
                <a:cs typeface="Arial"/>
              </a:rPr>
              <a:t>er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13836" y="3330924"/>
            <a:ext cx="604520" cy="545641"/>
          </a:xfrm>
          <a:prstGeom prst="rect">
            <a:avLst/>
          </a:prstGeom>
        </p:spPr>
        <p:txBody>
          <a:bodyPr wrap="square" lIns="0" tIns="5969" rIns="0" bIns="0" rtlCol="0">
            <a:noAutofit/>
          </a:bodyPr>
          <a:lstStyle/>
          <a:p>
            <a:pPr marL="12700" indent="124968">
              <a:lnSpc>
                <a:spcPts val="940"/>
              </a:lnSpc>
            </a:pPr>
            <a:r>
              <a:rPr sz="800" b="1" spc="145" dirty="0">
                <a:solidFill>
                  <a:srgbClr val="8A8A8A"/>
                </a:solidFill>
                <a:latin typeface="Arial"/>
                <a:cs typeface="Arial"/>
              </a:rPr>
              <a:t>w</a:t>
            </a:r>
            <a:r>
              <a:rPr sz="800" b="1" spc="104" dirty="0">
                <a:solidFill>
                  <a:srgbClr val="575757"/>
                </a:solidFill>
                <a:latin typeface="Arial"/>
                <a:cs typeface="Arial"/>
              </a:rPr>
              <a:t>e</a:t>
            </a:r>
            <a:r>
              <a:rPr sz="800" b="1" spc="83" dirty="0">
                <a:solidFill>
                  <a:srgbClr val="575757"/>
                </a:solidFill>
                <a:latin typeface="Arial"/>
                <a:cs typeface="Arial"/>
              </a:rPr>
              <a:t>a</a:t>
            </a:r>
            <a:r>
              <a:rPr sz="800" b="1" spc="70" dirty="0">
                <a:solidFill>
                  <a:srgbClr val="6E726D"/>
                </a:solidFill>
                <a:latin typeface="Arial"/>
                <a:cs typeface="Arial"/>
              </a:rPr>
              <a:t>k</a:t>
            </a:r>
            <a:r>
              <a:rPr sz="800" b="1" spc="34" dirty="0">
                <a:solidFill>
                  <a:srgbClr val="6E726D"/>
                </a:solidFill>
                <a:latin typeface="Arial"/>
                <a:cs typeface="Arial"/>
              </a:rPr>
              <a:t> </a:t>
            </a:r>
            <a:r>
              <a:rPr sz="800" b="1" spc="-37" dirty="0">
                <a:solidFill>
                  <a:srgbClr val="575757"/>
                </a:solidFill>
                <a:latin typeface="Arial"/>
                <a:cs typeface="Arial"/>
              </a:rPr>
              <a:t>c</a:t>
            </a:r>
            <a:r>
              <a:rPr sz="800" b="1" spc="16" dirty="0">
                <a:solidFill>
                  <a:srgbClr val="8A8A8A"/>
                </a:solidFill>
                <a:latin typeface="Arial"/>
                <a:cs typeface="Arial"/>
              </a:rPr>
              <a:t>l</a:t>
            </a:r>
            <a:r>
              <a:rPr sz="800" b="1" spc="108" dirty="0">
                <a:solidFill>
                  <a:srgbClr val="575757"/>
                </a:solidFill>
                <a:latin typeface="Arial"/>
                <a:cs typeface="Arial"/>
              </a:rPr>
              <a:t>a</a:t>
            </a:r>
            <a:r>
              <a:rPr sz="800" b="1" spc="60" dirty="0">
                <a:solidFill>
                  <a:srgbClr val="575757"/>
                </a:solidFill>
                <a:latin typeface="Arial"/>
                <a:cs typeface="Arial"/>
              </a:rPr>
              <a:t>s</a:t>
            </a:r>
            <a:r>
              <a:rPr sz="800" b="1" spc="82" dirty="0">
                <a:solidFill>
                  <a:srgbClr val="575757"/>
                </a:solidFill>
                <a:latin typeface="Arial"/>
                <a:cs typeface="Arial"/>
              </a:rPr>
              <a:t>s</a:t>
            </a:r>
            <a:r>
              <a:rPr sz="800" b="1" spc="1" dirty="0">
                <a:solidFill>
                  <a:srgbClr val="6E726D"/>
                </a:solidFill>
                <a:latin typeface="Arial"/>
                <a:cs typeface="Arial"/>
              </a:rPr>
              <a:t>if</a:t>
            </a:r>
            <a:r>
              <a:rPr sz="800" b="1" spc="-17" dirty="0">
                <a:solidFill>
                  <a:srgbClr val="6E726D"/>
                </a:solidFill>
                <a:latin typeface="Arial"/>
                <a:cs typeface="Arial"/>
              </a:rPr>
              <a:t>i</a:t>
            </a:r>
            <a:r>
              <a:rPr sz="800" b="1" spc="108" dirty="0">
                <a:solidFill>
                  <a:srgbClr val="575757"/>
                </a:solidFill>
                <a:latin typeface="Arial"/>
                <a:cs typeface="Arial"/>
              </a:rPr>
              <a:t>e</a:t>
            </a:r>
            <a:r>
              <a:rPr sz="800" b="1" spc="86" dirty="0">
                <a:solidFill>
                  <a:srgbClr val="6E726D"/>
                </a:solidFill>
                <a:latin typeface="Arial"/>
                <a:cs typeface="Arial"/>
              </a:rPr>
              <a:t>r</a:t>
            </a:r>
            <a:r>
              <a:rPr sz="800" b="1" spc="0" dirty="0">
                <a:solidFill>
                  <a:srgbClr val="6E726D"/>
                </a:solidFill>
                <a:latin typeface="Arial"/>
                <a:cs typeface="Arial"/>
              </a:rPr>
              <a:t> </a:t>
            </a:r>
            <a:r>
              <a:rPr sz="800" b="1" spc="-100" dirty="0">
                <a:solidFill>
                  <a:srgbClr val="6E726D"/>
                </a:solidFill>
                <a:latin typeface="Arial"/>
                <a:cs typeface="Arial"/>
              </a:rPr>
              <a:t> </a:t>
            </a:r>
            <a:r>
              <a:rPr sz="800" b="1" spc="-146" dirty="0">
                <a:solidFill>
                  <a:srgbClr val="6E726D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  <a:p>
            <a:pPr marR="65735" algn="r">
              <a:lnSpc>
                <a:spcPct val="94401"/>
              </a:lnSpc>
              <a:spcBef>
                <a:spcPts val="520"/>
              </a:spcBef>
            </a:pPr>
            <a:r>
              <a:rPr sz="1600" b="1" spc="85" dirty="0">
                <a:solidFill>
                  <a:srgbClr val="314B95"/>
                </a:solidFill>
                <a:latin typeface="Courier New"/>
                <a:cs typeface="Courier New"/>
              </a:rPr>
              <a:t>e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59884" y="3340068"/>
            <a:ext cx="654324" cy="1183384"/>
          </a:xfrm>
          <a:prstGeom prst="rect">
            <a:avLst/>
          </a:prstGeom>
        </p:spPr>
        <p:txBody>
          <a:bodyPr wrap="square" lIns="0" tIns="13081" rIns="0" bIns="0" rtlCol="0">
            <a:noAutofit/>
          </a:bodyPr>
          <a:lstStyle/>
          <a:p>
            <a:pPr marL="49276" indent="121920">
              <a:lnSpc>
                <a:spcPts val="860"/>
              </a:lnSpc>
            </a:pPr>
            <a:r>
              <a:rPr sz="800" b="1" spc="56" dirty="0">
                <a:solidFill>
                  <a:srgbClr val="8A8A8A"/>
                </a:solidFill>
                <a:latin typeface="Arial"/>
                <a:cs typeface="Arial"/>
              </a:rPr>
              <a:t>w</a:t>
            </a:r>
            <a:r>
              <a:rPr sz="800" b="1" spc="56" dirty="0">
                <a:solidFill>
                  <a:srgbClr val="575757"/>
                </a:solidFill>
                <a:latin typeface="Arial"/>
                <a:cs typeface="Arial"/>
              </a:rPr>
              <a:t>ea</a:t>
            </a:r>
            <a:r>
              <a:rPr sz="800" b="1" spc="56" dirty="0">
                <a:solidFill>
                  <a:srgbClr val="6E726D"/>
                </a:solidFill>
                <a:latin typeface="Arial"/>
                <a:cs typeface="Arial"/>
              </a:rPr>
              <a:t>k cl</a:t>
            </a:r>
            <a:r>
              <a:rPr sz="800" b="1" spc="56" dirty="0">
                <a:solidFill>
                  <a:srgbClr val="575757"/>
                </a:solidFill>
                <a:latin typeface="Arial"/>
                <a:cs typeface="Arial"/>
              </a:rPr>
              <a:t>ass</a:t>
            </a:r>
            <a:r>
              <a:rPr sz="800" b="1" spc="56" dirty="0">
                <a:solidFill>
                  <a:srgbClr val="A5A5A5"/>
                </a:solidFill>
                <a:latin typeface="Arial"/>
                <a:cs typeface="Arial"/>
              </a:rPr>
              <a:t>i</a:t>
            </a:r>
            <a:r>
              <a:rPr sz="800" b="1" spc="56" dirty="0">
                <a:solidFill>
                  <a:srgbClr val="6E726D"/>
                </a:solidFill>
                <a:latin typeface="Arial"/>
                <a:cs typeface="Arial"/>
              </a:rPr>
              <a:t>fi</a:t>
            </a:r>
            <a:r>
              <a:rPr sz="800" b="1" spc="56" dirty="0">
                <a:solidFill>
                  <a:srgbClr val="575757"/>
                </a:solidFill>
                <a:latin typeface="Arial"/>
                <a:cs typeface="Arial"/>
              </a:rPr>
              <a:t>e</a:t>
            </a:r>
            <a:r>
              <a:rPr sz="800" b="1" spc="56" dirty="0">
                <a:solidFill>
                  <a:srgbClr val="6E726D"/>
                </a:solidFill>
                <a:latin typeface="Arial"/>
                <a:cs typeface="Arial"/>
              </a:rPr>
              <a:t>r </a:t>
            </a:r>
            <a:r>
              <a:rPr sz="800" spc="56" dirty="0">
                <a:solidFill>
                  <a:srgbClr val="575757"/>
                </a:solidFill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  <a:p>
            <a:pPr marL="12700" marR="4824">
              <a:lnSpc>
                <a:spcPts val="7534"/>
              </a:lnSpc>
              <a:spcBef>
                <a:spcPts val="333"/>
              </a:spcBef>
            </a:pPr>
            <a:r>
              <a:rPr sz="7200" spc="-1106" dirty="0">
                <a:solidFill>
                  <a:srgbClr val="CC5B60"/>
                </a:solidFill>
                <a:latin typeface="Arial"/>
                <a:cs typeface="Arial"/>
              </a:rPr>
              <a:t>.</a:t>
            </a:r>
            <a:r>
              <a:rPr sz="7200" spc="-1106" dirty="0">
                <a:solidFill>
                  <a:srgbClr val="314B95"/>
                </a:solidFill>
                <a:latin typeface="Arial"/>
                <a:cs typeface="Arial"/>
              </a:rPr>
              <a:t>.</a:t>
            </a:r>
            <a:r>
              <a:rPr sz="4650" spc="-446" baseline="11221" dirty="0">
                <a:solidFill>
                  <a:srgbClr val="314B95"/>
                </a:solidFill>
                <a:latin typeface="Times New Roman"/>
                <a:cs typeface="Times New Roman"/>
              </a:rPr>
              <a:t>O</a:t>
            </a:r>
            <a:r>
              <a:rPr sz="4650" spc="-446" baseline="11221" dirty="0">
                <a:solidFill>
                  <a:srgbClr val="575757"/>
                </a:solidFill>
                <a:latin typeface="Times New Roman"/>
                <a:cs typeface="Times New Roman"/>
              </a:rPr>
              <a:t>'</a:t>
            </a:r>
            <a:r>
              <a:rPr sz="750" spc="-446" baseline="260891" dirty="0">
                <a:solidFill>
                  <a:srgbClr val="575757"/>
                </a:solidFill>
                <a:latin typeface="Times New Roman"/>
                <a:cs typeface="Times New Roman"/>
              </a:rPr>
              <a:t>I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42508" y="3346164"/>
            <a:ext cx="618902" cy="245872"/>
          </a:xfrm>
          <a:prstGeom prst="rect">
            <a:avLst/>
          </a:prstGeom>
        </p:spPr>
        <p:txBody>
          <a:bodyPr wrap="square" lIns="0" tIns="5969" rIns="0" bIns="0" rtlCol="0">
            <a:noAutofit/>
          </a:bodyPr>
          <a:lstStyle/>
          <a:p>
            <a:pPr marL="12700" indent="131063">
              <a:lnSpc>
                <a:spcPts val="940"/>
              </a:lnSpc>
            </a:pPr>
            <a:r>
              <a:rPr sz="800" b="1" spc="55" dirty="0">
                <a:solidFill>
                  <a:srgbClr val="8A8A8A"/>
                </a:solidFill>
                <a:latin typeface="Arial"/>
                <a:cs typeface="Arial"/>
              </a:rPr>
              <a:t>w</a:t>
            </a:r>
            <a:r>
              <a:rPr sz="800" b="1" spc="55" dirty="0">
                <a:solidFill>
                  <a:srgbClr val="575757"/>
                </a:solidFill>
                <a:latin typeface="Arial"/>
                <a:cs typeface="Arial"/>
              </a:rPr>
              <a:t>ea</a:t>
            </a:r>
            <a:r>
              <a:rPr sz="800" b="1" spc="55" dirty="0">
                <a:solidFill>
                  <a:srgbClr val="6E726D"/>
                </a:solidFill>
                <a:latin typeface="Arial"/>
                <a:cs typeface="Arial"/>
              </a:rPr>
              <a:t>k </a:t>
            </a:r>
            <a:r>
              <a:rPr sz="800" b="1" spc="55" dirty="0">
                <a:solidFill>
                  <a:srgbClr val="575757"/>
                </a:solidFill>
                <a:latin typeface="Arial"/>
                <a:cs typeface="Arial"/>
              </a:rPr>
              <a:t>c</a:t>
            </a:r>
            <a:r>
              <a:rPr sz="800" b="1" spc="55" dirty="0">
                <a:solidFill>
                  <a:srgbClr val="8A8A8A"/>
                </a:solidFill>
                <a:latin typeface="Arial"/>
                <a:cs typeface="Arial"/>
              </a:rPr>
              <a:t>l</a:t>
            </a:r>
            <a:r>
              <a:rPr sz="800" b="1" spc="55" dirty="0">
                <a:solidFill>
                  <a:srgbClr val="575757"/>
                </a:solidFill>
                <a:latin typeface="Arial"/>
                <a:cs typeface="Arial"/>
              </a:rPr>
              <a:t>as</a:t>
            </a:r>
            <a:r>
              <a:rPr sz="800" b="1" spc="55" dirty="0">
                <a:solidFill>
                  <a:srgbClr val="6E726D"/>
                </a:solidFill>
                <a:latin typeface="Arial"/>
                <a:cs typeface="Arial"/>
              </a:rPr>
              <a:t>sifi</a:t>
            </a:r>
            <a:r>
              <a:rPr sz="800" b="1" spc="55" dirty="0">
                <a:solidFill>
                  <a:srgbClr val="575757"/>
                </a:solidFill>
                <a:latin typeface="Arial"/>
                <a:cs typeface="Arial"/>
              </a:rPr>
              <a:t>e</a:t>
            </a:r>
            <a:r>
              <a:rPr sz="800" b="1" spc="55" dirty="0">
                <a:solidFill>
                  <a:srgbClr val="6E726D"/>
                </a:solidFill>
                <a:latin typeface="Arial"/>
                <a:cs typeface="Arial"/>
              </a:rPr>
              <a:t>r </a:t>
            </a:r>
            <a:r>
              <a:rPr sz="700" spc="55" dirty="0">
                <a:solidFill>
                  <a:srgbClr val="6E726D"/>
                </a:solidFill>
                <a:latin typeface="Arial"/>
                <a:cs typeface="Arial"/>
              </a:rPr>
              <a:t>3</a:t>
            </a:r>
            <a:endParaRPr sz="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67860" y="3590227"/>
            <a:ext cx="351726" cy="454682"/>
          </a:xfrm>
          <a:prstGeom prst="rect">
            <a:avLst/>
          </a:prstGeom>
        </p:spPr>
        <p:txBody>
          <a:bodyPr wrap="square" lIns="0" tIns="18256" rIns="0" bIns="0" rtlCol="0">
            <a:noAutofit/>
          </a:bodyPr>
          <a:lstStyle/>
          <a:p>
            <a:pPr marL="155955">
              <a:lnSpc>
                <a:spcPts val="2875"/>
              </a:lnSpc>
            </a:pPr>
            <a:r>
              <a:rPr sz="3100" dirty="0">
                <a:solidFill>
                  <a:srgbClr val="CC5B60"/>
                </a:solidFill>
                <a:latin typeface="Times New Roman"/>
                <a:cs typeface="Times New Roman"/>
              </a:rPr>
              <a:t>•</a:t>
            </a:r>
            <a:endParaRPr sz="3100">
              <a:latin typeface="Times New Roman"/>
              <a:cs typeface="Times New Roman"/>
            </a:endParaRPr>
          </a:p>
          <a:p>
            <a:pPr marL="12700" marR="59054">
              <a:lnSpc>
                <a:spcPts val="630"/>
              </a:lnSpc>
            </a:pPr>
            <a:r>
              <a:rPr sz="1000" spc="404" dirty="0">
                <a:solidFill>
                  <a:srgbClr val="CC5B60"/>
                </a:solidFill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00036" y="3670003"/>
            <a:ext cx="47625" cy="88900"/>
          </a:xfrm>
          <a:prstGeom prst="rect">
            <a:avLst/>
          </a:prstGeom>
        </p:spPr>
        <p:txBody>
          <a:bodyPr wrap="square" lIns="0" tIns="4445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500" spc="-75" dirty="0">
                <a:solidFill>
                  <a:srgbClr val="575757"/>
                </a:solidFill>
                <a:latin typeface="Times New Roman"/>
                <a:cs typeface="Times New Roman"/>
              </a:rPr>
              <a:t>4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94380" y="3680599"/>
            <a:ext cx="1099820" cy="647700"/>
          </a:xfrm>
          <a:prstGeom prst="rect">
            <a:avLst/>
          </a:prstGeom>
        </p:spPr>
        <p:txBody>
          <a:bodyPr wrap="square" lIns="0" tIns="32385" rIns="0" bIns="0" rtlCol="0">
            <a:noAutofit/>
          </a:bodyPr>
          <a:lstStyle/>
          <a:p>
            <a:pPr marL="12700">
              <a:lnSpc>
                <a:spcPts val="5100"/>
              </a:lnSpc>
            </a:pPr>
            <a:r>
              <a:rPr sz="2100" b="1" spc="-564" baseline="80752" dirty="0">
                <a:solidFill>
                  <a:srgbClr val="CC5B60"/>
                </a:solidFill>
                <a:latin typeface="Arial"/>
                <a:cs typeface="Arial"/>
              </a:rPr>
              <a:t>o</a:t>
            </a:r>
            <a:r>
              <a:rPr sz="4900" spc="-700" dirty="0">
                <a:solidFill>
                  <a:srgbClr val="575757"/>
                </a:solidFill>
                <a:latin typeface="Times New Roman"/>
                <a:cs typeface="Times New Roman"/>
              </a:rPr>
              <a:t>----</a:t>
            </a:r>
            <a:r>
              <a:rPr sz="4900" spc="-700" dirty="0">
                <a:solidFill>
                  <a:srgbClr val="314B95"/>
                </a:solidFill>
                <a:latin typeface="Times New Roman"/>
                <a:cs typeface="Times New Roman"/>
                <a:hlinkClick r:id="rId4"/>
              </a:rPr>
              <a:t>.</a:t>
            </a:r>
            <a:r>
              <a:rPr sz="2250" b="1" spc="-700" baseline="75368" dirty="0">
                <a:solidFill>
                  <a:srgbClr val="CC5B60"/>
                </a:solidFill>
                <a:latin typeface="Times New Roman"/>
                <a:cs typeface="Times New Roman"/>
                <a:hlinkClick r:id="rId4"/>
              </a:rPr>
              <a:t>@</a:t>
            </a:r>
            <a:r>
              <a:rPr sz="4900" spc="-700" dirty="0">
                <a:solidFill>
                  <a:srgbClr val="575757"/>
                </a:solidFill>
                <a:latin typeface="Times New Roman"/>
                <a:cs typeface="Times New Roman"/>
                <a:hlinkClick r:id="rId4"/>
              </a:rPr>
              <a:t>--</a:t>
            </a:r>
            <a:r>
              <a:rPr sz="2250" b="1" spc="-700" baseline="75368" dirty="0">
                <a:solidFill>
                  <a:srgbClr val="575757"/>
                </a:solidFill>
                <a:latin typeface="Times New Roman"/>
                <a:cs typeface="Times New Roman"/>
                <a:hlinkClick r:id="rId4"/>
              </a:rPr>
              <a:t>_</a:t>
            </a:r>
            <a:r>
              <a:rPr sz="4900" spc="-700" dirty="0">
                <a:solidFill>
                  <a:srgbClr val="314B95"/>
                </a:solidFill>
                <a:latin typeface="Times New Roman"/>
                <a:cs typeface="Times New Roman"/>
                <a:hlinkClick r:id="rId4"/>
              </a:rPr>
              <a:t>.</a:t>
            </a:r>
            <a:r>
              <a:rPr sz="2250" b="1" spc="-700" baseline="75368" dirty="0">
                <a:solidFill>
                  <a:srgbClr val="314B95"/>
                </a:solidFill>
                <a:latin typeface="Times New Roman"/>
                <a:cs typeface="Times New Roman"/>
                <a:hlinkClick r:id="rId4"/>
              </a:rPr>
              <a:t>g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37636" y="3684887"/>
            <a:ext cx="170098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b="1" spc="118" dirty="0">
                <a:solidFill>
                  <a:srgbClr val="CC5B60"/>
                </a:solidFill>
                <a:latin typeface="Times New Roman"/>
                <a:cs typeface="Times New Roman"/>
              </a:rPr>
              <a:t>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72020" y="3706223"/>
            <a:ext cx="214204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b="1" spc="41" dirty="0">
                <a:solidFill>
                  <a:srgbClr val="CC5B60"/>
                </a:solidFill>
                <a:latin typeface="Times New Roman"/>
                <a:cs typeface="Times New Roman"/>
              </a:rPr>
              <a:t>G</a:t>
            </a:r>
            <a:r>
              <a:rPr sz="1100" b="1" spc="41" dirty="0">
                <a:solidFill>
                  <a:srgbClr val="444444"/>
                </a:solidFill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30516" y="3816307"/>
            <a:ext cx="53367" cy="88900"/>
          </a:xfrm>
          <a:prstGeom prst="rect">
            <a:avLst/>
          </a:prstGeom>
        </p:spPr>
        <p:txBody>
          <a:bodyPr wrap="square" lIns="0" tIns="4445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500" spc="80" dirty="0">
                <a:solidFill>
                  <a:srgbClr val="575757"/>
                </a:solidFill>
                <a:latin typeface="Times New Roman"/>
                <a:cs typeface="Times New Roman"/>
              </a:rPr>
              <a:t>\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37908" y="3892510"/>
            <a:ext cx="359021" cy="467060"/>
          </a:xfrm>
          <a:prstGeom prst="rect">
            <a:avLst/>
          </a:prstGeom>
        </p:spPr>
        <p:txBody>
          <a:bodyPr wrap="square" lIns="0" tIns="12827" rIns="0" bIns="0" rtlCol="0">
            <a:noAutofit/>
          </a:bodyPr>
          <a:lstStyle/>
          <a:p>
            <a:pPr marL="12700" marR="19050">
              <a:lnSpc>
                <a:spcPts val="2020"/>
              </a:lnSpc>
            </a:pPr>
            <a:r>
              <a:rPr sz="1500" b="1" spc="-294" baseline="40583" dirty="0">
                <a:solidFill>
                  <a:srgbClr val="CC5B60"/>
                </a:solidFill>
                <a:latin typeface="Arial"/>
                <a:cs typeface="Arial"/>
              </a:rPr>
              <a:t>0</a:t>
            </a:r>
            <a:r>
              <a:rPr sz="1800" spc="-59" dirty="0">
                <a:solidFill>
                  <a:srgbClr val="575757"/>
                </a:solidFill>
                <a:latin typeface="Times New Roman"/>
                <a:cs typeface="Times New Roman"/>
              </a:rPr>
              <a:t>-- </a:t>
            </a:r>
            <a:r>
              <a:rPr sz="1700" spc="-59" dirty="0">
                <a:solidFill>
                  <a:srgbClr val="575757"/>
                </a:solidFill>
                <a:latin typeface="Times New Roman"/>
                <a:cs typeface="Times New Roman"/>
              </a:rPr>
              <a:t>-</a:t>
            </a:r>
            <a:endParaRPr sz="1700">
              <a:latin typeface="Times New Roman"/>
              <a:cs typeface="Times New Roman"/>
            </a:endParaRPr>
          </a:p>
          <a:p>
            <a:pPr marL="207772">
              <a:lnSpc>
                <a:spcPct val="95825"/>
              </a:lnSpc>
              <a:spcBef>
                <a:spcPts val="329"/>
              </a:spcBef>
            </a:pPr>
            <a:r>
              <a:rPr sz="1000" spc="-140" dirty="0">
                <a:solidFill>
                  <a:srgbClr val="CC5B60"/>
                </a:solidFill>
                <a:latin typeface="Times New Roman"/>
                <a:cs typeface="Times New Roman"/>
              </a:rPr>
              <a:t>0O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01572" y="3950783"/>
            <a:ext cx="953693" cy="493268"/>
          </a:xfrm>
          <a:prstGeom prst="rect">
            <a:avLst/>
          </a:prstGeom>
        </p:spPr>
        <p:txBody>
          <a:bodyPr wrap="square" lIns="0" tIns="10382" rIns="0" bIns="0" rtlCol="0">
            <a:noAutofit/>
          </a:bodyPr>
          <a:lstStyle/>
          <a:p>
            <a:pPr marL="12700">
              <a:lnSpc>
                <a:spcPts val="1635"/>
              </a:lnSpc>
            </a:pPr>
            <a:r>
              <a:rPr sz="1500" b="1" spc="21" dirty="0">
                <a:solidFill>
                  <a:srgbClr val="A1E8D8"/>
                </a:solidFill>
                <a:latin typeface="Arial"/>
                <a:cs typeface="Arial"/>
              </a:rPr>
              <a:t>Adaboost</a:t>
            </a:r>
            <a:endParaRPr sz="1500">
              <a:latin typeface="Arial"/>
              <a:cs typeface="Arial"/>
            </a:endParaRPr>
          </a:p>
          <a:p>
            <a:pPr marL="15747" marR="28575">
              <a:lnSpc>
                <a:spcPct val="95825"/>
              </a:lnSpc>
              <a:spcBef>
                <a:spcPts val="378"/>
              </a:spcBef>
            </a:pPr>
            <a:r>
              <a:rPr sz="1500" b="1" spc="-3" dirty="0">
                <a:solidFill>
                  <a:srgbClr val="A1E8D8"/>
                </a:solidFill>
                <a:latin typeface="Arial"/>
                <a:cs typeface="Arial"/>
              </a:rPr>
              <a:t>Classifier</a:t>
            </a:r>
            <a:endParaRPr sz="1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65268" y="4120216"/>
            <a:ext cx="88125" cy="279400"/>
          </a:xfrm>
          <a:prstGeom prst="rect">
            <a:avLst/>
          </a:prstGeom>
        </p:spPr>
        <p:txBody>
          <a:bodyPr wrap="square" lIns="0" tIns="13589" rIns="0" bIns="0" rtlCol="0">
            <a:noAutofit/>
          </a:bodyPr>
          <a:lstStyle/>
          <a:p>
            <a:pPr marL="12700">
              <a:lnSpc>
                <a:spcPts val="2140"/>
              </a:lnSpc>
            </a:pPr>
            <a:r>
              <a:rPr sz="2000" spc="-360" dirty="0">
                <a:solidFill>
                  <a:srgbClr val="575757"/>
                </a:solidFill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86404" y="4187840"/>
            <a:ext cx="415086" cy="203199"/>
          </a:xfrm>
          <a:prstGeom prst="rect">
            <a:avLst/>
          </a:prstGeom>
        </p:spPr>
        <p:txBody>
          <a:bodyPr wrap="square" lIns="0" tIns="9842" rIns="0" bIns="0" rtlCol="0">
            <a:noAutofit/>
          </a:bodyPr>
          <a:lstStyle/>
          <a:p>
            <a:pPr marL="12700">
              <a:lnSpc>
                <a:spcPts val="1550"/>
              </a:lnSpc>
            </a:pPr>
            <a:r>
              <a:rPr sz="1400" b="1" spc="588" dirty="0">
                <a:solidFill>
                  <a:srgbClr val="CC5B60"/>
                </a:solidFill>
                <a:latin typeface="Courier New"/>
                <a:cs typeface="Courier New"/>
              </a:rPr>
              <a:t>O</a:t>
            </a:r>
            <a:r>
              <a:rPr sz="1400" b="1" spc="588" dirty="0">
                <a:solidFill>
                  <a:srgbClr val="314B95"/>
                </a:solidFill>
                <a:latin typeface="Courier New"/>
                <a:cs typeface="Courier New"/>
              </a:rPr>
              <a:t>e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65268" y="4352365"/>
            <a:ext cx="74632" cy="190500"/>
          </a:xfrm>
          <a:prstGeom prst="rect">
            <a:avLst/>
          </a:prstGeom>
        </p:spPr>
        <p:txBody>
          <a:bodyPr wrap="square" lIns="0" tIns="9080" rIns="0" bIns="0" rtlCol="0">
            <a:noAutofit/>
          </a:bodyPr>
          <a:lstStyle/>
          <a:p>
            <a:pPr marL="12700">
              <a:lnSpc>
                <a:spcPts val="1430"/>
              </a:lnSpc>
            </a:pPr>
            <a:r>
              <a:rPr sz="1300" spc="-54" dirty="0">
                <a:solidFill>
                  <a:srgbClr val="575757"/>
                </a:solidFill>
                <a:latin typeface="Arial"/>
                <a:cs typeface="Arial"/>
              </a:rPr>
              <a:t>'</a:t>
            </a:r>
            <a:endParaRPr sz="13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323836" y="4526101"/>
            <a:ext cx="556603" cy="190500"/>
          </a:xfrm>
          <a:prstGeom prst="rect">
            <a:avLst/>
          </a:prstGeom>
        </p:spPr>
        <p:txBody>
          <a:bodyPr wrap="square" lIns="0" tIns="9080" rIns="0" bIns="0" rtlCol="0">
            <a:noAutofit/>
          </a:bodyPr>
          <a:lstStyle/>
          <a:p>
            <a:pPr marL="12700">
              <a:lnSpc>
                <a:spcPts val="1430"/>
              </a:lnSpc>
            </a:pPr>
            <a:r>
              <a:rPr sz="1300" i="1" spc="630" dirty="0">
                <a:solidFill>
                  <a:srgbClr val="575757"/>
                </a:solidFill>
                <a:latin typeface="Arial"/>
                <a:cs typeface="Arial"/>
              </a:rPr>
              <a:t>H</a:t>
            </a:r>
            <a:r>
              <a:rPr sz="1300" i="1" spc="630" dirty="0">
                <a:solidFill>
                  <a:srgbClr val="6E726D"/>
                </a:solidFill>
                <a:latin typeface="Arial"/>
                <a:cs typeface="Arial"/>
              </a:rPr>
              <a:t>e</a:t>
            </a:r>
            <a:r>
              <a:rPr sz="1300" i="1" spc="630" dirty="0">
                <a:solidFill>
                  <a:srgbClr val="575757"/>
                </a:solidFill>
                <a:latin typeface="Arial"/>
                <a:cs typeface="Arial"/>
              </a:rPr>
              <a:t>)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3810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593340" y="404711"/>
            <a:ext cx="805052" cy="495300"/>
          </a:xfrm>
          <a:prstGeom prst="rect">
            <a:avLst/>
          </a:prstGeom>
        </p:spPr>
        <p:txBody>
          <a:bodyPr wrap="square" lIns="0" tIns="24638" rIns="0" bIns="0" rtlCol="0">
            <a:noAutofit/>
          </a:bodyPr>
          <a:lstStyle/>
          <a:p>
            <a:pPr marL="12700">
              <a:lnSpc>
                <a:spcPts val="3879"/>
              </a:lnSpc>
            </a:pPr>
            <a:r>
              <a:rPr sz="3700" spc="-247" dirty="0">
                <a:solidFill>
                  <a:srgbClr val="EF6B00"/>
                </a:solidFill>
                <a:latin typeface="Times New Roman"/>
                <a:cs typeface="Times New Roman"/>
              </a:rPr>
              <a:t>Step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19347" y="404711"/>
            <a:ext cx="406042" cy="495300"/>
          </a:xfrm>
          <a:prstGeom prst="rect">
            <a:avLst/>
          </a:prstGeom>
        </p:spPr>
        <p:txBody>
          <a:bodyPr wrap="square" lIns="0" tIns="24638" rIns="0" bIns="0" rtlCol="0">
            <a:noAutofit/>
          </a:bodyPr>
          <a:lstStyle/>
          <a:p>
            <a:pPr marL="12700">
              <a:lnSpc>
                <a:spcPts val="3879"/>
              </a:lnSpc>
            </a:pPr>
            <a:r>
              <a:rPr sz="3700" spc="-216" dirty="0">
                <a:solidFill>
                  <a:srgbClr val="EF6B00"/>
                </a:solidFill>
                <a:latin typeface="Times New Roman"/>
                <a:cs typeface="Times New Roman"/>
              </a:rPr>
              <a:t>4: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46067" y="404711"/>
            <a:ext cx="1082947" cy="495300"/>
          </a:xfrm>
          <a:prstGeom prst="rect">
            <a:avLst/>
          </a:prstGeom>
        </p:spPr>
        <p:txBody>
          <a:bodyPr wrap="square" lIns="0" tIns="24638" rIns="0" bIns="0" rtlCol="0">
            <a:noAutofit/>
          </a:bodyPr>
          <a:lstStyle/>
          <a:p>
            <a:pPr marL="12700">
              <a:lnSpc>
                <a:spcPts val="3879"/>
              </a:lnSpc>
            </a:pPr>
            <a:r>
              <a:rPr sz="3700" spc="-209" dirty="0">
                <a:solidFill>
                  <a:srgbClr val="EF6B00"/>
                </a:solidFill>
                <a:latin typeface="Times New Roman"/>
                <a:cs typeface="Times New Roman"/>
              </a:rPr>
              <a:t>Select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06771" y="404711"/>
            <a:ext cx="1702298" cy="495300"/>
          </a:xfrm>
          <a:prstGeom prst="rect">
            <a:avLst/>
          </a:prstGeom>
        </p:spPr>
        <p:txBody>
          <a:bodyPr wrap="square" lIns="0" tIns="24638" rIns="0" bIns="0" rtlCol="0">
            <a:noAutofit/>
          </a:bodyPr>
          <a:lstStyle/>
          <a:p>
            <a:pPr marL="12700">
              <a:lnSpc>
                <a:spcPts val="3879"/>
              </a:lnSpc>
            </a:pPr>
            <a:r>
              <a:rPr sz="3700" spc="-305" dirty="0">
                <a:solidFill>
                  <a:srgbClr val="EF6B00"/>
                </a:solidFill>
                <a:latin typeface="Times New Roman"/>
                <a:cs typeface="Times New Roman"/>
              </a:rPr>
              <a:t>Algorithm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6787" y="1613264"/>
            <a:ext cx="1281864" cy="805144"/>
          </a:xfrm>
          <a:prstGeom prst="rect">
            <a:avLst/>
          </a:prstGeom>
        </p:spPr>
        <p:txBody>
          <a:bodyPr wrap="square" lIns="0" tIns="22542" rIns="0" bIns="0" rtlCol="0">
            <a:noAutofit/>
          </a:bodyPr>
          <a:lstStyle/>
          <a:p>
            <a:pPr algn="ctr">
              <a:lnSpc>
                <a:spcPts val="3550"/>
              </a:lnSpc>
            </a:pPr>
            <a:r>
              <a:rPr sz="3600" b="1" spc="-341" dirty="0">
                <a:solidFill>
                  <a:srgbClr val="7E383B"/>
                </a:solidFill>
                <a:latin typeface="Arial"/>
                <a:cs typeface="Arial"/>
              </a:rPr>
              <a:t>WEKA</a:t>
            </a:r>
            <a:endParaRPr sz="3600">
              <a:latin typeface="Arial"/>
              <a:cs typeface="Arial"/>
            </a:endParaRPr>
          </a:p>
          <a:p>
            <a:pPr marL="195579" marR="34290">
              <a:lnSpc>
                <a:spcPts val="1200"/>
              </a:lnSpc>
            </a:pPr>
            <a:r>
              <a:rPr sz="1400" spc="-88" dirty="0">
                <a:solidFill>
                  <a:srgbClr val="825659"/>
                </a:solidFill>
                <a:latin typeface="Arial"/>
                <a:cs typeface="Arial"/>
              </a:rPr>
              <a:t>The University</a:t>
            </a:r>
            <a:endParaRPr sz="1400">
              <a:latin typeface="Arial"/>
              <a:cs typeface="Arial"/>
            </a:endParaRPr>
          </a:p>
          <a:p>
            <a:pPr marL="189483" marR="34290">
              <a:lnSpc>
                <a:spcPct val="95825"/>
              </a:lnSpc>
            </a:pPr>
            <a:r>
              <a:rPr sz="1300" spc="-38" dirty="0">
                <a:solidFill>
                  <a:srgbClr val="825659"/>
                </a:solidFill>
                <a:latin typeface="Arial"/>
                <a:cs typeface="Arial"/>
              </a:rPr>
              <a:t>of Waikato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75580" y="1766811"/>
            <a:ext cx="758342" cy="571500"/>
          </a:xfrm>
          <a:prstGeom prst="rect">
            <a:avLst/>
          </a:prstGeom>
        </p:spPr>
        <p:txBody>
          <a:bodyPr wrap="square" lIns="0" tIns="28511" rIns="0" bIns="0" rtlCol="0">
            <a:noAutofit/>
          </a:bodyPr>
          <a:lstStyle/>
          <a:p>
            <a:pPr marL="12700">
              <a:lnSpc>
                <a:spcPts val="4490"/>
              </a:lnSpc>
            </a:pPr>
            <a:r>
              <a:rPr sz="4300" spc="3693" dirty="0">
                <a:solidFill>
                  <a:srgbClr val="CA0405"/>
                </a:solidFill>
                <a:latin typeface="Times New Roman"/>
                <a:cs typeface="Times New Roman"/>
              </a:rPr>
              <a:t>[</a:t>
            </a:r>
            <a:endParaRPr sz="43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04635" y="1766811"/>
            <a:ext cx="1376480" cy="685911"/>
          </a:xfrm>
          <a:prstGeom prst="rect">
            <a:avLst/>
          </a:prstGeom>
        </p:spPr>
        <p:txBody>
          <a:bodyPr wrap="square" lIns="0" tIns="28511" rIns="0" bIns="0" rtlCol="0">
            <a:noAutofit/>
          </a:bodyPr>
          <a:lstStyle/>
          <a:p>
            <a:pPr marL="12700">
              <a:lnSpc>
                <a:spcPts val="4490"/>
              </a:lnSpc>
            </a:pPr>
            <a:r>
              <a:rPr sz="4300" spc="469" dirty="0">
                <a:solidFill>
                  <a:srgbClr val="2D2F2B"/>
                </a:solidFill>
                <a:latin typeface="Times New Roman"/>
                <a:cs typeface="Times New Roman"/>
              </a:rPr>
              <a:t>Kras</a:t>
            </a:r>
            <a:endParaRPr sz="4300">
              <a:latin typeface="Times New Roman"/>
              <a:cs typeface="Times New Roman"/>
            </a:endParaRPr>
          </a:p>
          <a:p>
            <a:pPr marL="262636" marR="65258">
              <a:lnSpc>
                <a:spcPct val="95825"/>
              </a:lnSpc>
            </a:pPr>
            <a:r>
              <a:rPr sz="700" spc="26" dirty="0">
                <a:solidFill>
                  <a:srgbClr val="484844"/>
                </a:solidFill>
                <a:latin typeface="Arial"/>
                <a:cs typeface="Arial"/>
              </a:rPr>
              <a:t>A </a:t>
            </a:r>
            <a:r>
              <a:rPr sz="700" spc="26" dirty="0">
                <a:solidFill>
                  <a:srgbClr val="666762"/>
                </a:solidFill>
                <a:latin typeface="Arial"/>
                <a:cs typeface="Arial"/>
              </a:rPr>
              <a:t>deep  </a:t>
            </a:r>
            <a:r>
              <a:rPr sz="700" spc="26" dirty="0">
                <a:solidFill>
                  <a:srgbClr val="83857E"/>
                </a:solidFill>
                <a:latin typeface="Arial"/>
                <a:cs typeface="Arial"/>
              </a:rPr>
              <a:t>l</a:t>
            </a:r>
            <a:r>
              <a:rPr sz="700" spc="26" dirty="0">
                <a:solidFill>
                  <a:srgbClr val="484844"/>
                </a:solidFill>
                <a:latin typeface="Arial"/>
                <a:cs typeface="Arial"/>
              </a:rPr>
              <a:t>earni</a:t>
            </a:r>
            <a:r>
              <a:rPr sz="700" spc="26" dirty="0">
                <a:solidFill>
                  <a:srgbClr val="666762"/>
                </a:solidFill>
                <a:latin typeface="Arial"/>
                <a:cs typeface="Arial"/>
              </a:rPr>
              <a:t>n</a:t>
            </a:r>
            <a:r>
              <a:rPr sz="700" spc="26" dirty="0">
                <a:solidFill>
                  <a:srgbClr val="484844"/>
                </a:solidFill>
                <a:latin typeface="Arial"/>
                <a:cs typeface="Arial"/>
              </a:rPr>
              <a:t>g  </a:t>
            </a:r>
            <a:r>
              <a:rPr sz="700" spc="26" dirty="0">
                <a:solidFill>
                  <a:srgbClr val="666762"/>
                </a:solidFill>
                <a:latin typeface="Arial"/>
                <a:cs typeface="Arial"/>
              </a:rPr>
              <a:t>li</a:t>
            </a:r>
            <a:r>
              <a:rPr sz="700" spc="26" dirty="0">
                <a:solidFill>
                  <a:srgbClr val="484844"/>
                </a:solidFill>
                <a:latin typeface="Arial"/>
                <a:cs typeface="Arial"/>
              </a:rPr>
              <a:t>br</a:t>
            </a:r>
            <a:r>
              <a:rPr sz="700" spc="26" dirty="0">
                <a:solidFill>
                  <a:srgbClr val="666762"/>
                </a:solidFill>
                <a:latin typeface="Arial"/>
                <a:cs typeface="Arial"/>
              </a:rPr>
              <a:t>ary</a:t>
            </a:r>
            <a:endParaRPr sz="7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93740" y="3427266"/>
            <a:ext cx="899749" cy="939800"/>
          </a:xfrm>
          <a:prstGeom prst="rect">
            <a:avLst/>
          </a:prstGeom>
        </p:spPr>
        <p:txBody>
          <a:bodyPr wrap="square" lIns="0" tIns="46990" rIns="0" bIns="0" rtlCol="0">
            <a:noAutofit/>
          </a:bodyPr>
          <a:lstStyle/>
          <a:p>
            <a:pPr marL="12700">
              <a:lnSpc>
                <a:spcPts val="7400"/>
              </a:lnSpc>
            </a:pPr>
            <a:r>
              <a:rPr sz="7200" spc="1800" dirty="0">
                <a:solidFill>
                  <a:srgbClr val="DF693F"/>
                </a:solidFill>
                <a:latin typeface="Times New Roman"/>
                <a:cs typeface="Times New Roman"/>
              </a:rPr>
              <a:t>F</a:t>
            </a:r>
            <a:endParaRPr sz="7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03012" y="4210946"/>
            <a:ext cx="1780080" cy="406400"/>
          </a:xfrm>
          <a:prstGeom prst="rect">
            <a:avLst/>
          </a:prstGeom>
        </p:spPr>
        <p:txBody>
          <a:bodyPr wrap="square" lIns="0" tIns="20097" rIns="0" bIns="0" rtlCol="0">
            <a:noAutofit/>
          </a:bodyPr>
          <a:lstStyle/>
          <a:p>
            <a:pPr marL="12700">
              <a:lnSpc>
                <a:spcPts val="3165"/>
              </a:lnSpc>
            </a:pPr>
            <a:r>
              <a:rPr sz="3000" spc="-229" dirty="0">
                <a:solidFill>
                  <a:srgbClr val="DF693F"/>
                </a:solidFill>
                <a:latin typeface="Arial"/>
                <a:cs typeface="Arial"/>
              </a:rPr>
              <a:t>Tensor</a:t>
            </a:r>
            <a:r>
              <a:rPr sz="3000" spc="-229" dirty="0">
                <a:solidFill>
                  <a:srgbClr val="A5A5A5"/>
                </a:solidFill>
                <a:latin typeface="Arial"/>
                <a:cs typeface="Arial"/>
              </a:rPr>
              <a:t>Flow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425700" y="432934"/>
            <a:ext cx="1977932" cy="910316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12700">
              <a:lnSpc>
                <a:spcPts val="3575"/>
              </a:lnSpc>
            </a:pPr>
            <a:r>
              <a:rPr sz="3400" b="1" spc="-366" dirty="0">
                <a:solidFill>
                  <a:srgbClr val="EF6B00"/>
                </a:solidFill>
                <a:latin typeface="Arial"/>
                <a:cs typeface="Arial"/>
              </a:rPr>
              <a:t>Step 5: Test</a:t>
            </a:r>
            <a:endParaRPr sz="3400">
              <a:latin typeface="Arial"/>
              <a:cs typeface="Arial"/>
            </a:endParaRPr>
          </a:p>
          <a:p>
            <a:pPr marL="546100" marR="64770">
              <a:lnSpc>
                <a:spcPct val="95825"/>
              </a:lnSpc>
              <a:spcBef>
                <a:spcPts val="796"/>
              </a:spcBef>
            </a:pPr>
            <a:r>
              <a:rPr sz="700" b="1" spc="-93" dirty="0">
                <a:solidFill>
                  <a:srgbClr val="E8871F"/>
                </a:solidFill>
                <a:latin typeface="Arial"/>
                <a:cs typeface="Arial"/>
              </a:rPr>
              <a:t>10111101111011</a:t>
            </a:r>
            <a:endParaRPr sz="700">
              <a:latin typeface="Arial"/>
              <a:cs typeface="Arial"/>
            </a:endParaRPr>
          </a:p>
          <a:p>
            <a:pPr marL="549147" marR="64770">
              <a:lnSpc>
                <a:spcPct val="95825"/>
              </a:lnSpc>
              <a:spcBef>
                <a:spcPts val="60"/>
              </a:spcBef>
            </a:pPr>
            <a:r>
              <a:rPr sz="700" b="1" spc="-72" dirty="0">
                <a:solidFill>
                  <a:srgbClr val="E8871F"/>
                </a:solidFill>
                <a:latin typeface="Arial"/>
                <a:cs typeface="Arial"/>
              </a:rPr>
              <a:t>0110110101110</a:t>
            </a:r>
            <a:endParaRPr sz="700">
              <a:latin typeface="Arial"/>
              <a:cs typeface="Arial"/>
            </a:endParaRPr>
          </a:p>
          <a:p>
            <a:pPr marL="552195" marR="64770">
              <a:lnSpc>
                <a:spcPct val="95825"/>
              </a:lnSpc>
              <a:spcBef>
                <a:spcPts val="60"/>
              </a:spcBef>
            </a:pPr>
            <a:r>
              <a:rPr sz="700" b="1" spc="-76" dirty="0">
                <a:solidFill>
                  <a:srgbClr val="E8871F"/>
                </a:solidFill>
                <a:latin typeface="Arial"/>
                <a:cs typeface="Arial"/>
              </a:rPr>
              <a:t>1011011011011</a:t>
            </a:r>
            <a:endParaRPr sz="7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94708" y="432934"/>
            <a:ext cx="820274" cy="457200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12700">
              <a:lnSpc>
                <a:spcPts val="3575"/>
              </a:lnSpc>
            </a:pPr>
            <a:r>
              <a:rPr sz="3400" b="1" spc="-402" dirty="0">
                <a:solidFill>
                  <a:srgbClr val="EF6B00"/>
                </a:solidFill>
                <a:latin typeface="Arial"/>
                <a:cs typeface="Arial"/>
              </a:rPr>
              <a:t>your</a:t>
            </a:r>
            <a:endParaRPr sz="3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35956" y="432934"/>
            <a:ext cx="1540165" cy="457200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12700">
              <a:lnSpc>
                <a:spcPts val="3575"/>
              </a:lnSpc>
            </a:pPr>
            <a:r>
              <a:rPr sz="3400" b="1" spc="-437" dirty="0">
                <a:solidFill>
                  <a:srgbClr val="EF6B00"/>
                </a:solidFill>
                <a:latin typeface="Arial"/>
                <a:cs typeface="Arial"/>
              </a:rPr>
              <a:t>program!</a:t>
            </a:r>
            <a:endParaRPr sz="3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39643" y="1543256"/>
            <a:ext cx="986525" cy="498185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algn="ctr">
              <a:lnSpc>
                <a:spcPts val="1325"/>
              </a:lnSpc>
            </a:pPr>
            <a:r>
              <a:rPr sz="1200" spc="21" dirty="0">
                <a:solidFill>
                  <a:srgbClr val="232121"/>
                </a:solidFill>
                <a:latin typeface="Arial"/>
                <a:cs typeface="Arial"/>
              </a:rPr>
              <a:t>Training Data</a:t>
            </a:r>
            <a:endParaRPr sz="1200">
              <a:latin typeface="Arial"/>
              <a:cs typeface="Arial"/>
            </a:endParaRPr>
          </a:p>
          <a:p>
            <a:pPr marL="348805" marR="373613" algn="ctr">
              <a:lnSpc>
                <a:spcPct val="95825"/>
              </a:lnSpc>
              <a:spcBef>
                <a:spcPts val="58"/>
              </a:spcBef>
            </a:pPr>
            <a:r>
              <a:rPr sz="2100" spc="395" dirty="0">
                <a:solidFill>
                  <a:srgbClr val="E8871F"/>
                </a:solidFill>
                <a:latin typeface="Arial"/>
                <a:cs typeface="Arial"/>
              </a:rPr>
              <a:t>4</a:t>
            </a:r>
            <a:endParaRPr sz="2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50667" y="2402792"/>
            <a:ext cx="1329615" cy="1133172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332993" marR="346137" algn="ctr">
              <a:lnSpc>
                <a:spcPts val="1325"/>
              </a:lnSpc>
            </a:pPr>
            <a:r>
              <a:rPr sz="1200" spc="0" dirty="0">
                <a:solidFill>
                  <a:srgbClr val="232121"/>
                </a:solidFill>
                <a:latin typeface="Arial"/>
                <a:cs typeface="Arial"/>
              </a:rPr>
              <a:t>Train the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ts val="1345"/>
              </a:lnSpc>
              <a:spcBef>
                <a:spcPts val="0"/>
              </a:spcBef>
            </a:pPr>
            <a:r>
              <a:rPr sz="1200" spc="39" dirty="0">
                <a:solidFill>
                  <a:srgbClr val="232121"/>
                </a:solidFill>
                <a:latin typeface="Arial"/>
                <a:cs typeface="Arial"/>
              </a:rPr>
              <a:t>Machine Learning</a:t>
            </a:r>
            <a:endParaRPr sz="1200">
              <a:latin typeface="Arial"/>
              <a:cs typeface="Arial"/>
            </a:endParaRPr>
          </a:p>
          <a:p>
            <a:pPr marL="317753" marR="287760" algn="ctr">
              <a:lnSpc>
                <a:spcPts val="1320"/>
              </a:lnSpc>
            </a:pPr>
            <a:r>
              <a:rPr sz="1200" spc="28" dirty="0">
                <a:solidFill>
                  <a:srgbClr val="232121"/>
                </a:solidFill>
                <a:latin typeface="Arial"/>
                <a:cs typeface="Arial"/>
              </a:rPr>
              <a:t>Algorithm</a:t>
            </a:r>
            <a:endParaRPr sz="1200">
              <a:latin typeface="Arial"/>
              <a:cs typeface="Arial"/>
            </a:endParaRPr>
          </a:p>
          <a:p>
            <a:pPr marL="430148" marR="388148" algn="ctr">
              <a:lnSpc>
                <a:spcPct val="95825"/>
              </a:lnSpc>
              <a:spcBef>
                <a:spcPts val="476"/>
              </a:spcBef>
            </a:pPr>
            <a:r>
              <a:rPr sz="1700" spc="-438" dirty="0">
                <a:solidFill>
                  <a:srgbClr val="E8871F"/>
                </a:solidFill>
                <a:latin typeface="Times New Roman"/>
                <a:cs typeface="Times New Roman"/>
              </a:rPr>
              <a:t>..  </a:t>
            </a:r>
            <a:r>
              <a:rPr sz="3800" spc="-438" dirty="0">
                <a:solidFill>
                  <a:srgbClr val="E8871F"/>
                </a:solidFill>
                <a:latin typeface="Times New Roman"/>
                <a:cs typeface="Times New Roman"/>
              </a:rPr>
              <a:t>···-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35955" y="2567384"/>
            <a:ext cx="665723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sz="1200" spc="24" dirty="0">
                <a:solidFill>
                  <a:srgbClr val="232121"/>
                </a:solidFill>
                <a:latin typeface="Arial"/>
                <a:cs typeface="Arial"/>
              </a:rPr>
              <a:t>Evaluate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20643" y="3063454"/>
            <a:ext cx="245101" cy="152400"/>
          </a:xfrm>
          <a:prstGeom prst="rect">
            <a:avLst/>
          </a:prstGeom>
        </p:spPr>
        <p:txBody>
          <a:bodyPr wrap="square" lIns="0" tIns="7111" rIns="0" bIns="0" rtlCol="0">
            <a:noAutofit/>
          </a:bodyPr>
          <a:lstStyle/>
          <a:p>
            <a:pPr marL="12700">
              <a:lnSpc>
                <a:spcPts val="1120"/>
              </a:lnSpc>
            </a:pPr>
            <a:r>
              <a:rPr sz="1000" spc="995" dirty="0">
                <a:solidFill>
                  <a:srgbClr val="E8871F"/>
                </a:solidFill>
                <a:latin typeface="Arial"/>
                <a:cs typeface="Arial"/>
              </a:rPr>
              <a:t>~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41395" y="3143418"/>
            <a:ext cx="410430" cy="152400"/>
          </a:xfrm>
          <a:prstGeom prst="rect">
            <a:avLst/>
          </a:prstGeom>
        </p:spPr>
        <p:txBody>
          <a:bodyPr wrap="square" lIns="0" tIns="7111" rIns="0" bIns="0" rtlCol="0">
            <a:noAutofit/>
          </a:bodyPr>
          <a:lstStyle/>
          <a:p>
            <a:pPr marL="12700">
              <a:lnSpc>
                <a:spcPts val="1120"/>
              </a:lnSpc>
            </a:pPr>
            <a:r>
              <a:rPr sz="1000" spc="321" dirty="0">
                <a:solidFill>
                  <a:srgbClr val="E8871F"/>
                </a:solidFill>
                <a:latin typeface="Times New Roman"/>
                <a:cs typeface="Times New Roman"/>
              </a:rPr>
              <a:t>.%%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17011" y="3249286"/>
            <a:ext cx="463638" cy="651633"/>
          </a:xfrm>
          <a:prstGeom prst="rect">
            <a:avLst/>
          </a:prstGeom>
        </p:spPr>
        <p:txBody>
          <a:bodyPr wrap="square" lIns="0" tIns="32353" rIns="0" bIns="0" rtlCol="0">
            <a:noAutofit/>
          </a:bodyPr>
          <a:lstStyle/>
          <a:p>
            <a:pPr marL="12700">
              <a:lnSpc>
                <a:spcPts val="5095"/>
              </a:lnSpc>
            </a:pPr>
            <a:r>
              <a:rPr sz="5100" spc="215" baseline="20462" dirty="0">
                <a:solidFill>
                  <a:srgbClr val="E8871F"/>
                </a:solidFill>
                <a:latin typeface="Arial"/>
                <a:cs typeface="Arial"/>
              </a:rPr>
              <a:t>'i</a:t>
            </a:r>
            <a:r>
              <a:rPr sz="3500" spc="215" dirty="0">
                <a:solidFill>
                  <a:srgbClr val="E8871F"/>
                </a:solidFill>
                <a:latin typeface="Arial"/>
                <a:cs typeface="Arial"/>
              </a:rPr>
              <a:t>'</a:t>
            </a:r>
            <a:endParaRPr sz="3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82315" y="3540042"/>
            <a:ext cx="957326" cy="939800"/>
          </a:xfrm>
          <a:prstGeom prst="rect">
            <a:avLst/>
          </a:prstGeom>
        </p:spPr>
        <p:txBody>
          <a:bodyPr wrap="square" lIns="0" tIns="46990" rIns="0" bIns="0" rtlCol="0">
            <a:noAutofit/>
          </a:bodyPr>
          <a:lstStyle/>
          <a:p>
            <a:pPr marL="12700">
              <a:lnSpc>
                <a:spcPts val="7400"/>
              </a:lnSpc>
            </a:pPr>
            <a:r>
              <a:rPr sz="7200" spc="-913" dirty="0">
                <a:solidFill>
                  <a:srgbClr val="0487A5"/>
                </a:solidFill>
                <a:latin typeface="Times New Roman"/>
                <a:cs typeface="Times New Roman"/>
              </a:rPr>
              <a:t>»</a:t>
            </a:r>
            <a:r>
              <a:rPr sz="7200" spc="-913" dirty="0">
                <a:solidFill>
                  <a:srgbClr val="5D5E60"/>
                </a:solidFill>
                <a:latin typeface="Times New Roman"/>
                <a:cs typeface="Times New Roman"/>
              </a:rPr>
              <a:t>8,</a:t>
            </a:r>
            <a:endParaRPr sz="7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01771" y="3615896"/>
            <a:ext cx="490536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sz="1200" spc="42" dirty="0">
                <a:solidFill>
                  <a:srgbClr val="232121"/>
                </a:solidFill>
                <a:latin typeface="Arial"/>
                <a:cs typeface="Arial"/>
              </a:rPr>
              <a:t>Model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4235" y="3741883"/>
            <a:ext cx="519292" cy="571500"/>
          </a:xfrm>
          <a:prstGeom prst="rect">
            <a:avLst/>
          </a:prstGeom>
        </p:spPr>
        <p:txBody>
          <a:bodyPr wrap="square" lIns="0" tIns="28543" rIns="0" bIns="0" rtlCol="0">
            <a:noAutofit/>
          </a:bodyPr>
          <a:lstStyle/>
          <a:p>
            <a:pPr marL="12700">
              <a:lnSpc>
                <a:spcPts val="4495"/>
              </a:lnSpc>
            </a:pPr>
            <a:r>
              <a:rPr sz="4300" b="1" i="1" spc="-405" dirty="0">
                <a:solidFill>
                  <a:srgbClr val="85694D"/>
                </a:solidFill>
                <a:latin typeface="Arial"/>
                <a:cs typeface="Arial"/>
              </a:rPr>
              <a:t>ot</a:t>
            </a:r>
            <a:endParaRPr sz="43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92955" y="3864068"/>
            <a:ext cx="694118" cy="1030302"/>
          </a:xfrm>
          <a:prstGeom prst="rect">
            <a:avLst/>
          </a:prstGeom>
        </p:spPr>
        <p:txBody>
          <a:bodyPr wrap="square" lIns="0" tIns="51530" rIns="0" bIns="0" rtlCol="0">
            <a:noAutofit/>
          </a:bodyPr>
          <a:lstStyle/>
          <a:p>
            <a:pPr marL="12700">
              <a:lnSpc>
                <a:spcPts val="8115"/>
              </a:lnSpc>
            </a:pPr>
            <a:r>
              <a:rPr sz="7200" spc="168" dirty="0">
                <a:solidFill>
                  <a:srgbClr val="0487A5"/>
                </a:solidFill>
                <a:latin typeface="Arial"/>
                <a:cs typeface="Arial"/>
              </a:rPr>
              <a:t>•</a:t>
            </a:r>
            <a:r>
              <a:rPr sz="7200" spc="-1006" dirty="0">
                <a:solidFill>
                  <a:srgbClr val="0487A5"/>
                </a:solidFill>
                <a:latin typeface="Times New Roman"/>
                <a:cs typeface="Times New Roman"/>
              </a:rPr>
              <a:t>-</a:t>
            </a:r>
            <a:endParaRPr sz="7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2843" y="4069687"/>
            <a:ext cx="562662" cy="330708"/>
          </a:xfrm>
          <a:prstGeom prst="rect">
            <a:avLst/>
          </a:prstGeom>
        </p:spPr>
        <p:txBody>
          <a:bodyPr wrap="square" lIns="0" tIns="127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700" b="1" spc="-94" dirty="0">
                <a:solidFill>
                  <a:srgbClr val="0487A5"/>
                </a:solidFill>
                <a:latin typeface="Arial"/>
                <a:cs typeface="Arial"/>
              </a:rPr>
              <a:t>10111101111011</a:t>
            </a:r>
            <a:endParaRPr sz="700">
              <a:latin typeface="Arial"/>
              <a:cs typeface="Arial"/>
            </a:endParaRPr>
          </a:p>
          <a:p>
            <a:pPr marL="15747" marR="81">
              <a:lnSpc>
                <a:spcPct val="95825"/>
              </a:lnSpc>
              <a:spcBef>
                <a:spcPts val="35"/>
              </a:spcBef>
            </a:pPr>
            <a:r>
              <a:rPr sz="700" b="1" spc="-73" dirty="0">
                <a:solidFill>
                  <a:srgbClr val="0487A5"/>
                </a:solidFill>
                <a:latin typeface="Arial"/>
                <a:cs typeface="Arial"/>
              </a:rPr>
              <a:t>0110110101110</a:t>
            </a:r>
            <a:endParaRPr sz="700">
              <a:latin typeface="Arial"/>
              <a:cs typeface="Arial"/>
            </a:endParaRPr>
          </a:p>
          <a:p>
            <a:pPr marL="18795" marR="13335">
              <a:lnSpc>
                <a:spcPct val="95825"/>
              </a:lnSpc>
              <a:spcBef>
                <a:spcPts val="60"/>
              </a:spcBef>
            </a:pPr>
            <a:r>
              <a:rPr sz="700" b="1" spc="-76" dirty="0">
                <a:solidFill>
                  <a:srgbClr val="0487A5"/>
                </a:solidFill>
                <a:latin typeface="Arial"/>
                <a:cs typeface="Arial"/>
              </a:rPr>
              <a:t>1011011011011</a:t>
            </a:r>
            <a:endParaRPr sz="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90291" y="4554680"/>
            <a:ext cx="1327901" cy="348487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algn="ctr">
              <a:lnSpc>
                <a:spcPts val="1325"/>
              </a:lnSpc>
            </a:pPr>
            <a:r>
              <a:rPr sz="1200" spc="39" dirty="0">
                <a:solidFill>
                  <a:srgbClr val="232121"/>
                </a:solidFill>
                <a:latin typeface="Arial"/>
                <a:cs typeface="Arial"/>
              </a:rPr>
              <a:t>Machine Learning</a:t>
            </a:r>
            <a:endParaRPr sz="1200">
              <a:latin typeface="Arial"/>
              <a:cs typeface="Arial"/>
            </a:endParaRPr>
          </a:p>
          <a:p>
            <a:pPr marL="293369" marR="309922" algn="ctr">
              <a:lnSpc>
                <a:spcPts val="1345"/>
              </a:lnSpc>
              <a:spcBef>
                <a:spcPts val="0"/>
              </a:spcBef>
            </a:pPr>
            <a:r>
              <a:rPr sz="1200" spc="28" dirty="0">
                <a:solidFill>
                  <a:srgbClr val="232121"/>
                </a:solidFill>
                <a:latin typeface="Arial"/>
                <a:cs typeface="Arial"/>
              </a:rPr>
              <a:t>Algorithm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69155" y="4582112"/>
            <a:ext cx="753597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sz="1200" spc="21" dirty="0">
                <a:solidFill>
                  <a:srgbClr val="232121"/>
                </a:solidFill>
                <a:latin typeface="Arial"/>
                <a:cs typeface="Arial"/>
              </a:rPr>
              <a:t>Prediction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57019" y="4612592"/>
            <a:ext cx="802883" cy="177799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sz="1200" spc="40" dirty="0">
                <a:solidFill>
                  <a:srgbClr val="232121"/>
                </a:solidFill>
                <a:latin typeface="Arial"/>
                <a:cs typeface="Arial"/>
              </a:rPr>
              <a:t>Input Data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953004" y="401663"/>
            <a:ext cx="810450" cy="495300"/>
          </a:xfrm>
          <a:prstGeom prst="rect">
            <a:avLst/>
          </a:prstGeom>
        </p:spPr>
        <p:txBody>
          <a:bodyPr wrap="square" lIns="0" tIns="24638" rIns="0" bIns="0" rtlCol="0">
            <a:noAutofit/>
          </a:bodyPr>
          <a:lstStyle/>
          <a:p>
            <a:pPr marL="12700">
              <a:lnSpc>
                <a:spcPts val="3879"/>
              </a:lnSpc>
            </a:pPr>
            <a:r>
              <a:rPr sz="3700" spc="-236" dirty="0">
                <a:solidFill>
                  <a:srgbClr val="EF6B00"/>
                </a:solidFill>
                <a:latin typeface="Times New Roman"/>
                <a:cs typeface="Times New Roman"/>
              </a:rPr>
              <a:t>Step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91204" y="401663"/>
            <a:ext cx="399469" cy="495300"/>
          </a:xfrm>
          <a:prstGeom prst="rect">
            <a:avLst/>
          </a:prstGeom>
        </p:spPr>
        <p:txBody>
          <a:bodyPr wrap="square" lIns="0" tIns="24638" rIns="0" bIns="0" rtlCol="0">
            <a:noAutofit/>
          </a:bodyPr>
          <a:lstStyle/>
          <a:p>
            <a:pPr marL="12700">
              <a:lnSpc>
                <a:spcPts val="3879"/>
              </a:lnSpc>
            </a:pPr>
            <a:r>
              <a:rPr sz="3700" spc="-243" dirty="0">
                <a:solidFill>
                  <a:srgbClr val="EF6B00"/>
                </a:solidFill>
                <a:latin typeface="Times New Roman"/>
                <a:cs typeface="Times New Roman"/>
              </a:rPr>
              <a:t>6: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17924" y="401663"/>
            <a:ext cx="2044813" cy="495300"/>
          </a:xfrm>
          <a:prstGeom prst="rect">
            <a:avLst/>
          </a:prstGeom>
        </p:spPr>
        <p:txBody>
          <a:bodyPr wrap="square" lIns="0" tIns="24638" rIns="0" bIns="0" rtlCol="0">
            <a:noAutofit/>
          </a:bodyPr>
          <a:lstStyle/>
          <a:p>
            <a:pPr marL="12700">
              <a:lnSpc>
                <a:spcPts val="3879"/>
              </a:lnSpc>
            </a:pPr>
            <a:r>
              <a:rPr sz="3700" spc="-293" dirty="0">
                <a:solidFill>
                  <a:srgbClr val="EF6B00"/>
                </a:solidFill>
                <a:latin typeface="Times New Roman"/>
                <a:cs typeface="Times New Roman"/>
              </a:rPr>
              <a:t>Deployment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51652" y="2276284"/>
            <a:ext cx="561815" cy="228600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sz="1600" spc="17" dirty="0">
                <a:solidFill>
                  <a:srgbClr val="A1E8D8"/>
                </a:solidFill>
                <a:latin typeface="Arial"/>
                <a:cs typeface="Arial"/>
              </a:rPr>
              <a:t>Make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30772" y="2276284"/>
            <a:ext cx="2274791" cy="228600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sz="1600" spc="52" dirty="0">
                <a:solidFill>
                  <a:srgbClr val="A1E8D8"/>
                </a:solidFill>
                <a:latin typeface="Arial"/>
                <a:cs typeface="Arial"/>
              </a:rPr>
              <a:t>it usable for your Mom!</a:t>
            </a:r>
            <a:endParaRPr sz="1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909564" y="3047789"/>
            <a:ext cx="2469868" cy="1118254"/>
          </a:xfrm>
          <a:prstGeom prst="rect">
            <a:avLst/>
          </a:prstGeom>
        </p:spPr>
        <p:txBody>
          <a:bodyPr wrap="square" lIns="0" tIns="14255" rIns="0" bIns="0" rtlCol="0">
            <a:noAutofit/>
          </a:bodyPr>
          <a:lstStyle/>
          <a:p>
            <a:pPr marL="12700" marR="40004">
              <a:lnSpc>
                <a:spcPts val="2245"/>
              </a:lnSpc>
            </a:pPr>
            <a:r>
              <a:rPr sz="2100" spc="54" dirty="0">
                <a:solidFill>
                  <a:srgbClr val="A1E8D8"/>
                </a:solidFill>
                <a:latin typeface="Arial"/>
                <a:cs typeface="Arial"/>
              </a:rPr>
              <a:t>This is what the</a:t>
            </a:r>
            <a:endParaRPr sz="2100">
              <a:latin typeface="Arial"/>
              <a:cs typeface="Arial"/>
            </a:endParaRPr>
          </a:p>
          <a:p>
            <a:pPr marL="27939">
              <a:lnSpc>
                <a:spcPct val="95825"/>
              </a:lnSpc>
              <a:spcBef>
                <a:spcPts val="302"/>
              </a:spcBef>
            </a:pPr>
            <a:r>
              <a:rPr sz="2100" spc="26" dirty="0">
                <a:solidFill>
                  <a:srgbClr val="A1E8D8"/>
                </a:solidFill>
                <a:latin typeface="Arial"/>
                <a:cs typeface="Arial"/>
              </a:rPr>
              <a:t>big guys are doing?</a:t>
            </a:r>
            <a:endParaRPr sz="2100">
              <a:latin typeface="Arial"/>
              <a:cs typeface="Arial"/>
            </a:endParaRPr>
          </a:p>
          <a:p>
            <a:pPr marL="680211" marR="40004">
              <a:lnSpc>
                <a:spcPct val="95825"/>
              </a:lnSpc>
              <a:spcBef>
                <a:spcPts val="1822"/>
              </a:spcBef>
            </a:pPr>
            <a:r>
              <a:rPr sz="1600" spc="46" dirty="0">
                <a:solidFill>
                  <a:srgbClr val="A1E8D8"/>
                </a:solidFill>
                <a:latin typeface="Arial"/>
                <a:cs typeface="Arial"/>
              </a:rPr>
              <a:t>Well, mostly!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145028" y="435982"/>
            <a:ext cx="2917578" cy="457200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12700">
              <a:lnSpc>
                <a:spcPts val="3575"/>
              </a:lnSpc>
            </a:pPr>
            <a:r>
              <a:rPr sz="3400" b="1" spc="-414" dirty="0">
                <a:solidFill>
                  <a:srgbClr val="EF6B00"/>
                </a:solidFill>
                <a:latin typeface="Arial"/>
                <a:cs typeface="Arial"/>
              </a:rPr>
              <a:t>Machine Learning</a:t>
            </a:r>
            <a:endParaRPr sz="3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8612" y="1304726"/>
            <a:ext cx="224111" cy="570991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24891">
              <a:lnSpc>
                <a:spcPts val="1939"/>
              </a:lnSpc>
            </a:pPr>
            <a:r>
              <a:rPr sz="1800" spc="-150" dirty="0">
                <a:solidFill>
                  <a:srgbClr val="1F114D"/>
                </a:solidFill>
                <a:latin typeface="Arial"/>
                <a:cs typeface="Arial"/>
              </a:rPr>
              <a:t>1.</a:t>
            </a:r>
            <a:endParaRPr sz="1800">
              <a:latin typeface="Arial"/>
              <a:cs typeface="Arial"/>
            </a:endParaRPr>
          </a:p>
          <a:p>
            <a:pPr marL="12700" marR="75">
              <a:lnSpc>
                <a:spcPct val="95825"/>
              </a:lnSpc>
              <a:spcBef>
                <a:spcPts val="328"/>
              </a:spcBef>
            </a:pPr>
            <a:r>
              <a:rPr sz="1800" spc="-102" dirty="0">
                <a:solidFill>
                  <a:srgbClr val="1F114D"/>
                </a:solidFill>
                <a:latin typeface="Arial"/>
                <a:cs typeface="Arial"/>
              </a:rPr>
              <a:t>2.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02284" y="1304726"/>
            <a:ext cx="5033922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800" spc="-6" dirty="0">
                <a:solidFill>
                  <a:srgbClr val="1F114D"/>
                </a:solidFill>
                <a:latin typeface="Arial"/>
                <a:cs typeface="Arial"/>
              </a:rPr>
              <a:t>Clearly define the machine learning task, T,  E,  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2284" y="1621718"/>
            <a:ext cx="4738369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800" spc="24" dirty="0">
                <a:solidFill>
                  <a:srgbClr val="1F114D"/>
                </a:solidFill>
                <a:latin typeface="Arial"/>
                <a:cs typeface="Arial"/>
              </a:rPr>
              <a:t>Collect Data, samples, instances [sometimes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51068" y="1621718"/>
            <a:ext cx="495392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800" spc="56" dirty="0">
                <a:solidFill>
                  <a:srgbClr val="1F114D"/>
                </a:solidFill>
                <a:latin typeface="Arial"/>
                <a:cs typeface="Arial"/>
              </a:rPr>
              <a:t>with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81420" y="1621718"/>
            <a:ext cx="717887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800" spc="-2" dirty="0">
                <a:solidFill>
                  <a:srgbClr val="1F114D"/>
                </a:solidFill>
                <a:latin typeface="Arial"/>
                <a:cs typeface="Arial"/>
              </a:rPr>
              <a:t>labels]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8860" y="1926732"/>
            <a:ext cx="222662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5" dirty="0">
                <a:solidFill>
                  <a:srgbClr val="1F114D"/>
                </a:solidFill>
                <a:latin typeface="Times New Roman"/>
                <a:cs typeface="Times New Roman"/>
              </a:rPr>
              <a:t>a.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62532" y="1976826"/>
            <a:ext cx="2008147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sz="1400" spc="5" dirty="0">
                <a:solidFill>
                  <a:srgbClr val="1F114D"/>
                </a:solidFill>
                <a:latin typeface="Arial"/>
                <a:cs typeface="Arial"/>
              </a:rPr>
              <a:t>Preprocessing, Cleaning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8612" y="2249606"/>
            <a:ext cx="224035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800" spc="-102" dirty="0">
                <a:solidFill>
                  <a:srgbClr val="1F114D"/>
                </a:solidFill>
                <a:latin typeface="Arial"/>
                <a:cs typeface="Arial"/>
              </a:rPr>
              <a:t>3.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8380" y="2249606"/>
            <a:ext cx="2167991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800" spc="-10" dirty="0">
                <a:solidFill>
                  <a:srgbClr val="1F114D"/>
                </a:solidFill>
                <a:latin typeface="Arial"/>
                <a:cs typeface="Arial"/>
              </a:rPr>
              <a:t>Feature  Engineering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8860" y="2554620"/>
            <a:ext cx="222662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25" dirty="0">
                <a:solidFill>
                  <a:srgbClr val="1F114D"/>
                </a:solidFill>
                <a:latin typeface="Times New Roman"/>
                <a:cs typeface="Times New Roman"/>
              </a:rPr>
              <a:t>a.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62532" y="2604714"/>
            <a:ext cx="2657979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sz="1400" spc="33" dirty="0">
                <a:solidFill>
                  <a:srgbClr val="1F114D"/>
                </a:solidFill>
                <a:latin typeface="Arial"/>
                <a:cs typeface="Arial"/>
              </a:rPr>
              <a:t>Normalization, feature creation,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32580" y="2604714"/>
            <a:ext cx="1420130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sz="1400" spc="29" dirty="0">
                <a:solidFill>
                  <a:srgbClr val="1F114D"/>
                </a:solidFill>
                <a:latin typeface="Arial"/>
                <a:cs typeface="Arial"/>
              </a:rPr>
              <a:t>feature selection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2516" y="2877494"/>
            <a:ext cx="230131" cy="884936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 marR="118">
              <a:lnSpc>
                <a:spcPts val="1939"/>
              </a:lnSpc>
            </a:pPr>
            <a:r>
              <a:rPr sz="1800" spc="-79" dirty="0">
                <a:solidFill>
                  <a:srgbClr val="1F114D"/>
                </a:solidFill>
                <a:latin typeface="Arial"/>
                <a:cs typeface="Arial"/>
              </a:rPr>
              <a:t>4.</a:t>
            </a:r>
            <a:endParaRPr sz="1800">
              <a:latin typeface="Arial"/>
              <a:cs typeface="Arial"/>
            </a:endParaRPr>
          </a:p>
          <a:p>
            <a:pPr marL="21844">
              <a:lnSpc>
                <a:spcPct val="95825"/>
              </a:lnSpc>
              <a:spcBef>
                <a:spcPts val="303"/>
              </a:spcBef>
            </a:pPr>
            <a:r>
              <a:rPr sz="1800" spc="-115" dirty="0">
                <a:solidFill>
                  <a:srgbClr val="1F114D"/>
                </a:solidFill>
                <a:latin typeface="Arial"/>
                <a:cs typeface="Arial"/>
              </a:rPr>
              <a:t>5.</a:t>
            </a:r>
            <a:endParaRPr sz="1800">
              <a:latin typeface="Arial"/>
              <a:cs typeface="Arial"/>
            </a:endParaRPr>
          </a:p>
          <a:p>
            <a:pPr marL="21844">
              <a:lnSpc>
                <a:spcPct val="95825"/>
              </a:lnSpc>
              <a:spcBef>
                <a:spcPts val="425"/>
              </a:spcBef>
            </a:pPr>
            <a:r>
              <a:rPr sz="1800" spc="-115" dirty="0">
                <a:solidFill>
                  <a:srgbClr val="1F114D"/>
                </a:solidFill>
                <a:latin typeface="Arial"/>
                <a:cs typeface="Arial"/>
              </a:rPr>
              <a:t>6.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90092" y="2877494"/>
            <a:ext cx="2073655" cy="884936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30987">
              <a:lnSpc>
                <a:spcPts val="1939"/>
              </a:lnSpc>
            </a:pPr>
            <a:r>
              <a:rPr sz="1800" spc="45" dirty="0">
                <a:solidFill>
                  <a:srgbClr val="1F114D"/>
                </a:solidFill>
                <a:latin typeface="Arial"/>
                <a:cs typeface="Arial"/>
              </a:rPr>
              <a:t>Model / Algorithms</a:t>
            </a:r>
            <a:endParaRPr sz="1800">
              <a:latin typeface="Arial"/>
              <a:cs typeface="Arial"/>
            </a:endParaRPr>
          </a:p>
          <a:p>
            <a:pPr marL="12700" marR="34289">
              <a:lnSpc>
                <a:spcPct val="95825"/>
              </a:lnSpc>
              <a:spcBef>
                <a:spcPts val="303"/>
              </a:spcBef>
            </a:pPr>
            <a:r>
              <a:rPr sz="1800" spc="9" dirty="0">
                <a:solidFill>
                  <a:srgbClr val="1F114D"/>
                </a:solidFill>
                <a:latin typeface="Arial"/>
                <a:cs typeface="Arial"/>
              </a:rPr>
              <a:t>Testing</a:t>
            </a:r>
            <a:endParaRPr sz="1800">
              <a:latin typeface="Arial"/>
              <a:cs typeface="Arial"/>
            </a:endParaRPr>
          </a:p>
          <a:p>
            <a:pPr marL="30987" marR="34289">
              <a:lnSpc>
                <a:spcPct val="95825"/>
              </a:lnSpc>
              <a:spcBef>
                <a:spcPts val="425"/>
              </a:spcBef>
            </a:pPr>
            <a:r>
              <a:rPr sz="1800" spc="44" dirty="0">
                <a:solidFill>
                  <a:srgbClr val="1F114D"/>
                </a:solidFill>
                <a:latin typeface="Arial"/>
                <a:cs typeface="Arial"/>
              </a:rPr>
              <a:t>Deployment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22171" y="3997553"/>
            <a:ext cx="38607" cy="0"/>
          </a:xfrm>
          <a:custGeom>
            <a:avLst/>
            <a:gdLst/>
            <a:ahLst/>
            <a:cxnLst/>
            <a:rect l="l" t="t" r="r" b="b"/>
            <a:pathLst>
              <a:path w="38607">
                <a:moveTo>
                  <a:pt x="0" y="0"/>
                </a:moveTo>
                <a:lnTo>
                  <a:pt x="38607" y="0"/>
                </a:lnTo>
              </a:path>
            </a:pathLst>
          </a:custGeom>
          <a:ln w="4063">
            <a:solidFill>
              <a:srgbClr val="A3E8D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718308" y="435982"/>
            <a:ext cx="1415631" cy="457200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12700">
              <a:lnSpc>
                <a:spcPts val="3575"/>
              </a:lnSpc>
            </a:pPr>
            <a:r>
              <a:rPr sz="3400" b="1" spc="-451" dirty="0">
                <a:solidFill>
                  <a:srgbClr val="EF6B00"/>
                </a:solidFill>
                <a:latin typeface="Arial"/>
                <a:cs typeface="Arial"/>
              </a:rPr>
              <a:t>Machine</a:t>
            </a:r>
            <a:endParaRPr sz="3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75252" y="435982"/>
            <a:ext cx="1465902" cy="457200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12700">
              <a:lnSpc>
                <a:spcPts val="3575"/>
              </a:lnSpc>
            </a:pPr>
            <a:r>
              <a:rPr sz="3400" b="1" spc="-439" dirty="0">
                <a:solidFill>
                  <a:srgbClr val="EF6B00"/>
                </a:solidFill>
                <a:latin typeface="Arial"/>
                <a:cs typeface="Arial"/>
              </a:rPr>
              <a:t>Learning</a:t>
            </a:r>
            <a:endParaRPr sz="3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80963" y="435982"/>
            <a:ext cx="807513" cy="457200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12700">
              <a:lnSpc>
                <a:spcPts val="3575"/>
              </a:lnSpc>
            </a:pPr>
            <a:r>
              <a:rPr sz="3400" b="1" spc="-431" dirty="0">
                <a:solidFill>
                  <a:srgbClr val="EF6B00"/>
                </a:solidFill>
                <a:latin typeface="Arial"/>
                <a:cs typeface="Arial"/>
              </a:rPr>
              <a:t>Data</a:t>
            </a:r>
            <a:endParaRPr sz="3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9571" y="1310822"/>
            <a:ext cx="161302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800" spc="169" dirty="0">
                <a:solidFill>
                  <a:srgbClr val="A3E8DA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9235" y="1310822"/>
            <a:ext cx="1160621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800" spc="36" dirty="0">
                <a:solidFill>
                  <a:srgbClr val="695D46"/>
                </a:solidFill>
                <a:latin typeface="Arial"/>
                <a:cs typeface="Arial"/>
              </a:rPr>
              <a:t>Structured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7291" y="1656786"/>
            <a:ext cx="1826317" cy="1151128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27940" marR="17967">
              <a:lnSpc>
                <a:spcPts val="1530"/>
              </a:lnSpc>
            </a:pPr>
            <a:r>
              <a:rPr sz="1400" spc="39" dirty="0">
                <a:solidFill>
                  <a:srgbClr val="695D46"/>
                </a:solidFill>
                <a:latin typeface="Arial"/>
                <a:cs typeface="Arial"/>
              </a:rPr>
              <a:t>Nominal/ Categorical</a:t>
            </a:r>
            <a:endParaRPr sz="1400">
              <a:latin typeface="Arial"/>
              <a:cs typeface="Arial"/>
            </a:endParaRPr>
          </a:p>
          <a:p>
            <a:pPr marL="27940" indent="-6095">
              <a:lnSpc>
                <a:spcPts val="1609"/>
              </a:lnSpc>
              <a:spcBef>
                <a:spcPts val="809"/>
              </a:spcBef>
            </a:pPr>
            <a:r>
              <a:rPr sz="1400" spc="-81" dirty="0">
                <a:solidFill>
                  <a:srgbClr val="695D46"/>
                </a:solidFill>
                <a:latin typeface="Arial"/>
                <a:cs typeface="Arial"/>
              </a:rPr>
              <a:t>O</a:t>
            </a:r>
            <a:r>
              <a:rPr sz="1400" spc="110" dirty="0">
                <a:solidFill>
                  <a:srgbClr val="695D46"/>
                </a:solidFill>
                <a:latin typeface="Arial"/>
                <a:cs typeface="Arial"/>
              </a:rPr>
              <a:t>r</a:t>
            </a:r>
            <a:r>
              <a:rPr sz="1400" spc="37" dirty="0">
                <a:solidFill>
                  <a:srgbClr val="695D46"/>
                </a:solidFill>
                <a:latin typeface="Arial"/>
                <a:cs typeface="Arial"/>
              </a:rPr>
              <a:t>d</a:t>
            </a:r>
            <a:r>
              <a:rPr sz="1400" spc="73" dirty="0">
                <a:solidFill>
                  <a:srgbClr val="695D46"/>
                </a:solidFill>
                <a:latin typeface="Arial"/>
                <a:cs typeface="Arial"/>
              </a:rPr>
              <a:t>i</a:t>
            </a:r>
            <a:r>
              <a:rPr sz="1400" spc="37" dirty="0">
                <a:solidFill>
                  <a:srgbClr val="695D46"/>
                </a:solidFill>
                <a:latin typeface="Arial"/>
                <a:cs typeface="Arial"/>
              </a:rPr>
              <a:t>na</a:t>
            </a:r>
            <a:r>
              <a:rPr sz="1400" spc="-71" dirty="0">
                <a:solidFill>
                  <a:srgbClr val="695D46"/>
                </a:solidFill>
                <a:latin typeface="Arial"/>
                <a:cs typeface="Arial"/>
              </a:rPr>
              <a:t>l</a:t>
            </a:r>
            <a:r>
              <a:rPr sz="1400" spc="139" dirty="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sz="1400" spc="-83" dirty="0">
                <a:solidFill>
                  <a:srgbClr val="695D46"/>
                </a:solidFill>
                <a:latin typeface="Arial"/>
                <a:cs typeface="Arial"/>
              </a:rPr>
              <a:t>(</a:t>
            </a:r>
            <a:r>
              <a:rPr sz="1400" spc="83" dirty="0">
                <a:solidFill>
                  <a:srgbClr val="695D46"/>
                </a:solidFill>
                <a:latin typeface="Arial"/>
                <a:cs typeface="Arial"/>
              </a:rPr>
              <a:t>r</a:t>
            </a:r>
            <a:r>
              <a:rPr sz="1400" spc="-59" dirty="0">
                <a:solidFill>
                  <a:srgbClr val="695D46"/>
                </a:solidFill>
                <a:latin typeface="Arial"/>
                <a:cs typeface="Arial"/>
              </a:rPr>
              <a:t>a</a:t>
            </a:r>
            <a:r>
              <a:rPr sz="1400" spc="107" dirty="0">
                <a:solidFill>
                  <a:srgbClr val="695D46"/>
                </a:solidFill>
                <a:latin typeface="Arial"/>
                <a:cs typeface="Arial"/>
              </a:rPr>
              <a:t>t</a:t>
            </a:r>
            <a:r>
              <a:rPr sz="1400" spc="81" dirty="0">
                <a:solidFill>
                  <a:srgbClr val="695D46"/>
                </a:solidFill>
                <a:latin typeface="Arial"/>
                <a:cs typeface="Arial"/>
              </a:rPr>
              <a:t>i</a:t>
            </a:r>
            <a:r>
              <a:rPr sz="1400" spc="37" dirty="0">
                <a:solidFill>
                  <a:srgbClr val="695D46"/>
                </a:solidFill>
                <a:latin typeface="Arial"/>
                <a:cs typeface="Arial"/>
              </a:rPr>
              <a:t>ng</a:t>
            </a:r>
            <a:r>
              <a:rPr sz="1400" spc="-147" dirty="0">
                <a:solidFill>
                  <a:srgbClr val="695D46"/>
                </a:solidFill>
                <a:latin typeface="Arial"/>
                <a:cs typeface="Arial"/>
              </a:rPr>
              <a:t>,</a:t>
            </a:r>
            <a:r>
              <a:rPr sz="1400" spc="164" dirty="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sz="1400" spc="-97" dirty="0">
                <a:solidFill>
                  <a:srgbClr val="695D46"/>
                </a:solidFill>
                <a:latin typeface="Arial"/>
                <a:cs typeface="Arial"/>
              </a:rPr>
              <a:t>s</a:t>
            </a:r>
            <a:r>
              <a:rPr sz="1400" spc="-28" dirty="0">
                <a:solidFill>
                  <a:srgbClr val="695D46"/>
                </a:solidFill>
                <a:latin typeface="Arial"/>
                <a:cs typeface="Arial"/>
              </a:rPr>
              <a:t>c</a:t>
            </a:r>
            <a:r>
              <a:rPr sz="1400" spc="61" dirty="0">
                <a:solidFill>
                  <a:srgbClr val="695D46"/>
                </a:solidFill>
                <a:latin typeface="Arial"/>
                <a:cs typeface="Arial"/>
              </a:rPr>
              <a:t>o</a:t>
            </a:r>
            <a:r>
              <a:rPr sz="1400" spc="110" dirty="0">
                <a:solidFill>
                  <a:srgbClr val="695D46"/>
                </a:solidFill>
                <a:latin typeface="Arial"/>
                <a:cs typeface="Arial"/>
              </a:rPr>
              <a:t>r</a:t>
            </a:r>
            <a:r>
              <a:rPr sz="1400" spc="-12" dirty="0">
                <a:solidFill>
                  <a:srgbClr val="695D46"/>
                </a:solidFill>
                <a:latin typeface="Arial"/>
                <a:cs typeface="Arial"/>
              </a:rPr>
              <a:t>e</a:t>
            </a:r>
            <a:r>
              <a:rPr sz="1400" spc="-107" dirty="0">
                <a:solidFill>
                  <a:srgbClr val="695D46"/>
                </a:solidFill>
                <a:latin typeface="Arial"/>
                <a:cs typeface="Arial"/>
              </a:rPr>
              <a:t>)</a:t>
            </a:r>
            <a:r>
              <a:rPr sz="1400" spc="-89" dirty="0">
                <a:solidFill>
                  <a:srgbClr val="695D46"/>
                </a:solidFill>
                <a:latin typeface="Arial"/>
                <a:cs typeface="Arial"/>
              </a:rPr>
              <a:t> </a:t>
            </a:r>
            <a:endParaRPr sz="1400">
              <a:latin typeface="Arial"/>
              <a:cs typeface="Arial"/>
            </a:endParaRPr>
          </a:p>
          <a:p>
            <a:pPr marL="27940">
              <a:lnSpc>
                <a:spcPts val="1609"/>
              </a:lnSpc>
              <a:spcBef>
                <a:spcPts val="885"/>
              </a:spcBef>
            </a:pPr>
            <a:r>
              <a:rPr sz="1400" spc="16" dirty="0">
                <a:solidFill>
                  <a:srgbClr val="695D46"/>
                </a:solidFill>
                <a:latin typeface="Arial"/>
                <a:cs typeface="Arial"/>
              </a:rPr>
              <a:t>Numerical</a:t>
            </a:r>
            <a:endParaRPr sz="1400">
              <a:latin typeface="Arial"/>
              <a:cs typeface="Arial"/>
            </a:endParaRPr>
          </a:p>
          <a:p>
            <a:pPr marL="12700" marR="17967">
              <a:lnSpc>
                <a:spcPct val="95825"/>
              </a:lnSpc>
              <a:spcBef>
                <a:spcPts val="885"/>
              </a:spcBef>
            </a:pPr>
            <a:r>
              <a:rPr sz="1400" spc="-3" dirty="0">
                <a:solidFill>
                  <a:srgbClr val="695D46"/>
                </a:solidFill>
                <a:latin typeface="Arial"/>
                <a:cs typeface="Arial"/>
              </a:rPr>
              <a:t>Time Series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9819" y="1739543"/>
            <a:ext cx="121412" cy="101600"/>
          </a:xfrm>
          <a:prstGeom prst="rect">
            <a:avLst/>
          </a:prstGeom>
        </p:spPr>
        <p:txBody>
          <a:bodyPr wrap="square" lIns="0" tIns="254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600" spc="454" dirty="0">
                <a:solidFill>
                  <a:srgbClr val="A3E8DA"/>
                </a:solidFill>
                <a:latin typeface="Times New Roman"/>
                <a:cs typeface="Times New Roman"/>
              </a:rPr>
              <a:t>o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96771" y="1964561"/>
            <a:ext cx="155892" cy="215900"/>
          </a:xfrm>
          <a:prstGeom prst="rect">
            <a:avLst/>
          </a:prstGeom>
        </p:spPr>
        <p:txBody>
          <a:bodyPr wrap="square" lIns="0" tIns="10350" rIns="0" bIns="0" rtlCol="0">
            <a:noAutofit/>
          </a:bodyPr>
          <a:lstStyle/>
          <a:p>
            <a:pPr marL="12700">
              <a:lnSpc>
                <a:spcPts val="1630"/>
              </a:lnSpc>
            </a:pPr>
            <a:r>
              <a:rPr sz="1500" spc="51" dirty="0">
                <a:solidFill>
                  <a:srgbClr val="A3E8DA"/>
                </a:solidFill>
                <a:latin typeface="Times New Roman"/>
                <a:cs typeface="Times New Roman"/>
              </a:rPr>
              <a:t>o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9571" y="2883590"/>
            <a:ext cx="161302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800" spc="169" dirty="0">
                <a:solidFill>
                  <a:srgbClr val="A3E8DA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8379" y="2883590"/>
            <a:ext cx="2054938" cy="887984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 marR="26669">
              <a:lnSpc>
                <a:spcPts val="1939"/>
              </a:lnSpc>
            </a:pPr>
            <a:r>
              <a:rPr sz="1800" spc="50" dirty="0">
                <a:solidFill>
                  <a:srgbClr val="695D46"/>
                </a:solidFill>
                <a:latin typeface="Arial"/>
                <a:cs typeface="Arial"/>
              </a:rPr>
              <a:t>Unstructured</a:t>
            </a:r>
            <a:endParaRPr sz="1800">
              <a:latin typeface="Arial"/>
              <a:cs typeface="Arial"/>
            </a:endParaRPr>
          </a:p>
          <a:p>
            <a:pPr marL="101092">
              <a:lnSpc>
                <a:spcPct val="95825"/>
              </a:lnSpc>
              <a:spcBef>
                <a:spcPts val="632"/>
              </a:spcBef>
            </a:pPr>
            <a:r>
              <a:rPr sz="900" spc="0" dirty="0">
                <a:solidFill>
                  <a:srgbClr val="A3E8DA"/>
                </a:solidFill>
                <a:latin typeface="Times New Roman"/>
                <a:cs typeface="Times New Roman"/>
              </a:rPr>
              <a:t>O        </a:t>
            </a:r>
            <a:r>
              <a:rPr sz="900" spc="83" dirty="0">
                <a:solidFill>
                  <a:srgbClr val="A3E8DA"/>
                </a:solidFill>
                <a:latin typeface="Times New Roman"/>
                <a:cs typeface="Times New Roman"/>
              </a:rPr>
              <a:t> </a:t>
            </a:r>
            <a:r>
              <a:rPr sz="1400" spc="-85" dirty="0">
                <a:solidFill>
                  <a:srgbClr val="695D46"/>
                </a:solidFill>
                <a:latin typeface="Arial"/>
                <a:cs typeface="Arial"/>
              </a:rPr>
              <a:t>T</a:t>
            </a:r>
            <a:r>
              <a:rPr sz="1400" spc="-36" dirty="0">
                <a:solidFill>
                  <a:srgbClr val="695D46"/>
                </a:solidFill>
                <a:latin typeface="Arial"/>
                <a:cs typeface="Arial"/>
              </a:rPr>
              <a:t>e</a:t>
            </a:r>
            <a:r>
              <a:rPr sz="1400" spc="43" dirty="0">
                <a:solidFill>
                  <a:srgbClr val="695D46"/>
                </a:solidFill>
                <a:latin typeface="Arial"/>
                <a:cs typeface="Arial"/>
              </a:rPr>
              <a:t>x</a:t>
            </a:r>
            <a:r>
              <a:rPr sz="1400" spc="137" dirty="0">
                <a:solidFill>
                  <a:srgbClr val="695D46"/>
                </a:solidFill>
                <a:latin typeface="Arial"/>
                <a:cs typeface="Arial"/>
              </a:rPr>
              <a:t>t</a:t>
            </a:r>
            <a:r>
              <a:rPr sz="1400" spc="-147" dirty="0">
                <a:solidFill>
                  <a:srgbClr val="695D46"/>
                </a:solidFill>
                <a:latin typeface="Arial"/>
                <a:cs typeface="Arial"/>
              </a:rPr>
              <a:t>,</a:t>
            </a:r>
            <a:r>
              <a:rPr sz="1400" spc="189" dirty="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sz="1400" spc="-71" dirty="0">
                <a:solidFill>
                  <a:srgbClr val="695D46"/>
                </a:solidFill>
                <a:latin typeface="Arial"/>
                <a:cs typeface="Arial"/>
              </a:rPr>
              <a:t>i</a:t>
            </a:r>
            <a:r>
              <a:rPr sz="1400" spc="103" dirty="0">
                <a:solidFill>
                  <a:srgbClr val="695D46"/>
                </a:solidFill>
                <a:latin typeface="Arial"/>
                <a:cs typeface="Arial"/>
              </a:rPr>
              <a:t>m</a:t>
            </a:r>
            <a:r>
              <a:rPr sz="1400" spc="-36" dirty="0">
                <a:solidFill>
                  <a:srgbClr val="695D46"/>
                </a:solidFill>
                <a:latin typeface="Arial"/>
                <a:cs typeface="Arial"/>
              </a:rPr>
              <a:t>a</a:t>
            </a:r>
            <a:r>
              <a:rPr sz="1400" spc="61" dirty="0">
                <a:solidFill>
                  <a:srgbClr val="695D46"/>
                </a:solidFill>
                <a:latin typeface="Arial"/>
                <a:cs typeface="Arial"/>
              </a:rPr>
              <a:t>g</a:t>
            </a:r>
            <a:r>
              <a:rPr sz="1400" spc="-12" dirty="0">
                <a:solidFill>
                  <a:srgbClr val="695D46"/>
                </a:solidFill>
                <a:latin typeface="Arial"/>
                <a:cs typeface="Arial"/>
              </a:rPr>
              <a:t>e</a:t>
            </a:r>
            <a:r>
              <a:rPr sz="1400" spc="-53" dirty="0">
                <a:solidFill>
                  <a:srgbClr val="695D46"/>
                </a:solidFill>
                <a:latin typeface="Arial"/>
                <a:cs typeface="Arial"/>
              </a:rPr>
              <a:t>s</a:t>
            </a:r>
            <a:r>
              <a:rPr sz="1400" spc="-125" dirty="0">
                <a:solidFill>
                  <a:srgbClr val="695D46"/>
                </a:solidFill>
                <a:latin typeface="Arial"/>
                <a:cs typeface="Arial"/>
              </a:rPr>
              <a:t>,</a:t>
            </a:r>
            <a:r>
              <a:rPr sz="1400" spc="89" dirty="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95D46"/>
                </a:solidFill>
                <a:latin typeface="Arial"/>
                <a:cs typeface="Arial"/>
              </a:rPr>
              <a:t>v</a:t>
            </a:r>
            <a:r>
              <a:rPr sz="1400" spc="2" dirty="0">
                <a:solidFill>
                  <a:srgbClr val="695D46"/>
                </a:solidFill>
                <a:latin typeface="Arial"/>
                <a:cs typeface="Arial"/>
              </a:rPr>
              <a:t>i</a:t>
            </a:r>
            <a:r>
              <a:rPr sz="1400" spc="61" dirty="0">
                <a:solidFill>
                  <a:srgbClr val="695D46"/>
                </a:solidFill>
                <a:latin typeface="Arial"/>
                <a:cs typeface="Arial"/>
              </a:rPr>
              <a:t>d</a:t>
            </a:r>
            <a:r>
              <a:rPr sz="1400" spc="37" dirty="0">
                <a:solidFill>
                  <a:srgbClr val="695D46"/>
                </a:solidFill>
                <a:latin typeface="Arial"/>
                <a:cs typeface="Arial"/>
              </a:rPr>
              <a:t>e</a:t>
            </a:r>
            <a:r>
              <a:rPr sz="1400" spc="-7" dirty="0">
                <a:solidFill>
                  <a:srgbClr val="695D46"/>
                </a:solidFill>
                <a:latin typeface="Arial"/>
                <a:cs typeface="Arial"/>
              </a:rPr>
              <a:t>o</a:t>
            </a:r>
            <a:endParaRPr sz="1400">
              <a:latin typeface="Arial"/>
              <a:cs typeface="Arial"/>
            </a:endParaRPr>
          </a:p>
          <a:p>
            <a:pPr marL="12700" marR="26669">
              <a:lnSpc>
                <a:spcPct val="95825"/>
              </a:lnSpc>
              <a:spcBef>
                <a:spcPts val="582"/>
              </a:spcBef>
            </a:pPr>
            <a:r>
              <a:rPr sz="1800" spc="-31" dirty="0">
                <a:solidFill>
                  <a:srgbClr val="695D46"/>
                </a:solidFill>
                <a:latin typeface="Arial"/>
                <a:cs typeface="Arial"/>
              </a:rPr>
              <a:t>Labels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9571" y="3517574"/>
            <a:ext cx="161302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800" spc="169" dirty="0">
                <a:solidFill>
                  <a:srgbClr val="A3E8DA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59483" y="3860490"/>
            <a:ext cx="1819933" cy="520192"/>
          </a:xfrm>
          <a:prstGeom prst="rect">
            <a:avLst/>
          </a:prstGeom>
        </p:spPr>
        <p:txBody>
          <a:bodyPr wrap="square" lIns="0" tIns="9747" rIns="0" bIns="0" rtlCol="0">
            <a:noAutofit/>
          </a:bodyPr>
          <a:lstStyle/>
          <a:p>
            <a:pPr marL="15747">
              <a:lnSpc>
                <a:spcPts val="1535"/>
              </a:lnSpc>
            </a:pPr>
            <a:r>
              <a:rPr sz="1400" spc="18" dirty="0">
                <a:solidFill>
                  <a:srgbClr val="695D46"/>
                </a:solidFill>
                <a:latin typeface="Arial"/>
                <a:cs typeface="Arial"/>
              </a:rPr>
              <a:t>Discrete </a:t>
            </a:r>
            <a:r>
              <a:rPr sz="1400" i="1" spc="60" dirty="0">
                <a:solidFill>
                  <a:srgbClr val="695D46"/>
                </a:solidFill>
                <a:latin typeface="Times New Roman"/>
                <a:cs typeface="Times New Roman"/>
              </a:rPr>
              <a:t>I </a:t>
            </a:r>
            <a:r>
              <a:rPr sz="1400" spc="18" dirty="0">
                <a:solidFill>
                  <a:srgbClr val="695D46"/>
                </a:solidFill>
                <a:latin typeface="Arial"/>
                <a:cs typeface="Arial"/>
              </a:rPr>
              <a:t>Continuous</a:t>
            </a:r>
            <a:endParaRPr sz="1400">
              <a:latin typeface="Arial"/>
              <a:cs typeface="Arial"/>
            </a:endParaRPr>
          </a:p>
          <a:p>
            <a:pPr marL="12700" marR="26820">
              <a:lnSpc>
                <a:spcPct val="95825"/>
              </a:lnSpc>
              <a:spcBef>
                <a:spcPts val="803"/>
              </a:spcBef>
            </a:pPr>
            <a:r>
              <a:rPr sz="1400" spc="15" dirty="0">
                <a:solidFill>
                  <a:srgbClr val="695D46"/>
                </a:solidFill>
                <a:latin typeface="Arial"/>
                <a:cs typeface="Arial"/>
              </a:rPr>
              <a:t>Unlabelled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96771" y="3883185"/>
            <a:ext cx="136144" cy="127000"/>
          </a:xfrm>
          <a:prstGeom prst="rect">
            <a:avLst/>
          </a:prstGeom>
        </p:spPr>
        <p:txBody>
          <a:bodyPr wrap="square" lIns="0" tIns="5810" rIns="0" bIns="0" rtlCol="0">
            <a:noAutofit/>
          </a:bodyPr>
          <a:lstStyle/>
          <a:p>
            <a:pPr marL="12700">
              <a:lnSpc>
                <a:spcPts val="915"/>
              </a:lnSpc>
            </a:pPr>
            <a:r>
              <a:rPr sz="450" i="1" spc="-55" baseline="48313" dirty="0">
                <a:solidFill>
                  <a:srgbClr val="A3E8DA"/>
                </a:solidFill>
                <a:latin typeface="Times New Roman"/>
                <a:cs typeface="Times New Roman"/>
              </a:rPr>
              <a:t>f</a:t>
            </a:r>
            <a:r>
              <a:rPr sz="800" spc="-55" dirty="0">
                <a:solidFill>
                  <a:srgbClr val="A3E8DA"/>
                </a:solidFill>
                <a:latin typeface="Times New Roman"/>
                <a:cs typeface="Times New Roman"/>
              </a:rPr>
              <a:t>.  .,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718308" y="435982"/>
            <a:ext cx="1415631" cy="457200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12700">
              <a:lnSpc>
                <a:spcPts val="3575"/>
              </a:lnSpc>
            </a:pPr>
            <a:r>
              <a:rPr sz="3400" b="1" spc="-451" dirty="0">
                <a:solidFill>
                  <a:srgbClr val="EF6B00"/>
                </a:solidFill>
                <a:latin typeface="Arial"/>
                <a:cs typeface="Arial"/>
              </a:rPr>
              <a:t>Machine</a:t>
            </a:r>
            <a:endParaRPr sz="3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75252" y="435982"/>
            <a:ext cx="1465902" cy="457200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12700">
              <a:lnSpc>
                <a:spcPts val="3575"/>
              </a:lnSpc>
            </a:pPr>
            <a:r>
              <a:rPr sz="3400" b="1" spc="-439" dirty="0">
                <a:solidFill>
                  <a:srgbClr val="EF6B00"/>
                </a:solidFill>
                <a:latin typeface="Arial"/>
                <a:cs typeface="Arial"/>
              </a:rPr>
              <a:t>Learning</a:t>
            </a:r>
            <a:endParaRPr sz="3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80963" y="435982"/>
            <a:ext cx="807513" cy="457200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12700">
              <a:lnSpc>
                <a:spcPts val="3575"/>
              </a:lnSpc>
            </a:pPr>
            <a:r>
              <a:rPr sz="3400" b="1" spc="-431" dirty="0">
                <a:solidFill>
                  <a:srgbClr val="EF6B00"/>
                </a:solidFill>
                <a:latin typeface="Arial"/>
                <a:cs typeface="Arial"/>
              </a:rPr>
              <a:t>Data</a:t>
            </a:r>
            <a:endParaRPr sz="3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86787" y="1452675"/>
            <a:ext cx="665708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sz="1200" spc="254" dirty="0">
                <a:solidFill>
                  <a:srgbClr val="E27E3B"/>
                </a:solidFill>
                <a:latin typeface="Times New Roman"/>
                <a:cs typeface="Times New Roman"/>
              </a:rPr>
              <a:t>[ZEIS)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58899" y="1928348"/>
            <a:ext cx="722940" cy="2801942"/>
          </a:xfrm>
          <a:prstGeom prst="rect">
            <a:avLst/>
          </a:prstGeom>
        </p:spPr>
        <p:txBody>
          <a:bodyPr wrap="square" lIns="0" tIns="17494" rIns="0" bIns="0" rtlCol="0">
            <a:noAutofit/>
          </a:bodyPr>
          <a:lstStyle/>
          <a:p>
            <a:pPr marL="12700">
              <a:lnSpc>
                <a:spcPts val="2755"/>
              </a:lnSpc>
            </a:pPr>
            <a:r>
              <a:rPr sz="2600" b="1" spc="675" dirty="0">
                <a:solidFill>
                  <a:srgbClr val="6B9CC8"/>
                </a:solidFill>
                <a:latin typeface="Times New Roman"/>
                <a:cs typeface="Times New Roman"/>
              </a:rPr>
              <a:t>EH</a:t>
            </a:r>
            <a:endParaRPr sz="2600">
              <a:latin typeface="Times New Roman"/>
              <a:cs typeface="Times New Roman"/>
            </a:endParaRPr>
          </a:p>
          <a:p>
            <a:pPr marL="58420" marR="19490" indent="0">
              <a:lnSpc>
                <a:spcPts val="1379"/>
              </a:lnSpc>
              <a:spcBef>
                <a:spcPts val="1587"/>
              </a:spcBef>
            </a:pPr>
            <a:r>
              <a:rPr sz="1200" spc="53" dirty="0">
                <a:solidFill>
                  <a:srgbClr val="2D3436"/>
                </a:solidFill>
                <a:latin typeface="Times New Roman"/>
                <a:cs typeface="Times New Roman"/>
              </a:rPr>
              <a:t>Ge</a:t>
            </a:r>
            <a:r>
              <a:rPr sz="1200" spc="53" dirty="0">
                <a:solidFill>
                  <a:srgbClr val="424D49"/>
                </a:solidFill>
                <a:latin typeface="Times New Roman"/>
                <a:cs typeface="Times New Roman"/>
              </a:rPr>
              <a:t>rm</a:t>
            </a:r>
            <a:r>
              <a:rPr sz="1200" spc="53" dirty="0">
                <a:solidFill>
                  <a:srgbClr val="2D3436"/>
                </a:solidFill>
                <a:latin typeface="Times New Roman"/>
                <a:cs typeface="Times New Roman"/>
              </a:rPr>
              <a:t>a</a:t>
            </a:r>
            <a:r>
              <a:rPr sz="1200" spc="53" dirty="0">
                <a:solidFill>
                  <a:srgbClr val="424D49"/>
                </a:solidFill>
                <a:latin typeface="Times New Roman"/>
                <a:cs typeface="Times New Roman"/>
              </a:rPr>
              <a:t>n</a:t>
            </a:r>
            <a:r>
              <a:rPr sz="1200" spc="53" dirty="0">
                <a:solidFill>
                  <a:srgbClr val="2D3436"/>
                </a:solidFill>
                <a:latin typeface="Times New Roman"/>
                <a:cs typeface="Times New Roman"/>
              </a:rPr>
              <a:t>y </a:t>
            </a:r>
            <a:endParaRPr sz="1200">
              <a:latin typeface="Times New Roman"/>
              <a:cs typeface="Times New Roman"/>
            </a:endParaRPr>
          </a:p>
          <a:p>
            <a:pPr marL="58420" marR="19490">
              <a:lnSpc>
                <a:spcPts val="1379"/>
              </a:lnSpc>
              <a:spcBef>
                <a:spcPts val="411"/>
              </a:spcBef>
            </a:pPr>
            <a:r>
              <a:rPr sz="1200" spc="38" dirty="0">
                <a:solidFill>
                  <a:srgbClr val="2D3436"/>
                </a:solidFill>
                <a:latin typeface="Times New Roman"/>
                <a:cs typeface="Times New Roman"/>
              </a:rPr>
              <a:t>F</a:t>
            </a:r>
            <a:r>
              <a:rPr sz="1200" spc="38" dirty="0">
                <a:solidFill>
                  <a:srgbClr val="424D49"/>
                </a:solidFill>
                <a:latin typeface="Times New Roman"/>
                <a:cs typeface="Times New Roman"/>
              </a:rPr>
              <a:t>r</a:t>
            </a:r>
            <a:r>
              <a:rPr sz="1200" spc="38" dirty="0">
                <a:solidFill>
                  <a:srgbClr val="2D3436"/>
                </a:solidFill>
                <a:latin typeface="Times New Roman"/>
                <a:cs typeface="Times New Roman"/>
              </a:rPr>
              <a:t>a</a:t>
            </a:r>
            <a:r>
              <a:rPr sz="1200" spc="38" dirty="0">
                <a:solidFill>
                  <a:srgbClr val="424D49"/>
                </a:solidFill>
                <a:latin typeface="Times New Roman"/>
                <a:cs typeface="Times New Roman"/>
              </a:rPr>
              <a:t>n</a:t>
            </a:r>
            <a:r>
              <a:rPr sz="1200" spc="38" dirty="0">
                <a:solidFill>
                  <a:srgbClr val="2D3436"/>
                </a:solidFill>
                <a:latin typeface="Times New Roman"/>
                <a:cs typeface="Times New Roman"/>
              </a:rPr>
              <a:t>ce </a:t>
            </a:r>
            <a:endParaRPr sz="1200">
              <a:latin typeface="Times New Roman"/>
              <a:cs typeface="Times New Roman"/>
            </a:endParaRPr>
          </a:p>
          <a:p>
            <a:pPr marL="58420" marR="19490">
              <a:lnSpc>
                <a:spcPts val="1379"/>
              </a:lnSpc>
              <a:spcBef>
                <a:spcPts val="411"/>
              </a:spcBef>
            </a:pPr>
            <a:r>
              <a:rPr sz="1200" spc="53" dirty="0">
                <a:solidFill>
                  <a:srgbClr val="2D3436"/>
                </a:solidFill>
                <a:latin typeface="Times New Roman"/>
                <a:cs typeface="Times New Roman"/>
              </a:rPr>
              <a:t>Ge</a:t>
            </a:r>
            <a:r>
              <a:rPr sz="1200" spc="53" dirty="0">
                <a:solidFill>
                  <a:srgbClr val="424D49"/>
                </a:solidFill>
                <a:latin typeface="Times New Roman"/>
                <a:cs typeface="Times New Roman"/>
              </a:rPr>
              <a:t>rm</a:t>
            </a:r>
            <a:r>
              <a:rPr sz="1200" spc="53" dirty="0">
                <a:solidFill>
                  <a:srgbClr val="2D3436"/>
                </a:solidFill>
                <a:latin typeface="Times New Roman"/>
                <a:cs typeface="Times New Roman"/>
              </a:rPr>
              <a:t>a</a:t>
            </a:r>
            <a:r>
              <a:rPr sz="1200" spc="53" dirty="0">
                <a:solidFill>
                  <a:srgbClr val="424D49"/>
                </a:solidFill>
                <a:latin typeface="Times New Roman"/>
                <a:cs typeface="Times New Roman"/>
              </a:rPr>
              <a:t>n</a:t>
            </a:r>
            <a:r>
              <a:rPr sz="1200" spc="53" dirty="0">
                <a:solidFill>
                  <a:srgbClr val="2D3436"/>
                </a:solidFill>
                <a:latin typeface="Times New Roman"/>
                <a:cs typeface="Times New Roman"/>
              </a:rPr>
              <a:t>y </a:t>
            </a:r>
            <a:endParaRPr sz="1200">
              <a:latin typeface="Times New Roman"/>
              <a:cs typeface="Times New Roman"/>
            </a:endParaRPr>
          </a:p>
          <a:p>
            <a:pPr marL="58420" marR="19490">
              <a:lnSpc>
                <a:spcPts val="1379"/>
              </a:lnSpc>
              <a:spcBef>
                <a:spcPts val="411"/>
              </a:spcBef>
            </a:pPr>
            <a:r>
              <a:rPr sz="1200" spc="34" dirty="0">
                <a:solidFill>
                  <a:srgbClr val="2D3436"/>
                </a:solidFill>
                <a:latin typeface="Times New Roman"/>
                <a:cs typeface="Times New Roman"/>
              </a:rPr>
              <a:t>Mexico </a:t>
            </a:r>
            <a:endParaRPr sz="1200">
              <a:latin typeface="Times New Roman"/>
              <a:cs typeface="Times New Roman"/>
            </a:endParaRPr>
          </a:p>
          <a:p>
            <a:pPr marL="58420" marR="19490">
              <a:lnSpc>
                <a:spcPts val="1379"/>
              </a:lnSpc>
              <a:spcBef>
                <a:spcPts val="411"/>
              </a:spcBef>
            </a:pPr>
            <a:r>
              <a:rPr sz="1200" spc="53" dirty="0">
                <a:solidFill>
                  <a:srgbClr val="2D3436"/>
                </a:solidFill>
                <a:latin typeface="Times New Roman"/>
                <a:cs typeface="Times New Roman"/>
              </a:rPr>
              <a:t>Ge</a:t>
            </a:r>
            <a:r>
              <a:rPr sz="1200" spc="53" dirty="0">
                <a:solidFill>
                  <a:srgbClr val="424D49"/>
                </a:solidFill>
                <a:latin typeface="Times New Roman"/>
                <a:cs typeface="Times New Roman"/>
              </a:rPr>
              <a:t>rm</a:t>
            </a:r>
            <a:r>
              <a:rPr sz="1200" spc="53" dirty="0">
                <a:solidFill>
                  <a:srgbClr val="2D3436"/>
                </a:solidFill>
                <a:latin typeface="Times New Roman"/>
                <a:cs typeface="Times New Roman"/>
              </a:rPr>
              <a:t>a</a:t>
            </a:r>
            <a:r>
              <a:rPr sz="1200" spc="53" dirty="0">
                <a:solidFill>
                  <a:srgbClr val="424D49"/>
                </a:solidFill>
                <a:latin typeface="Times New Roman"/>
                <a:cs typeface="Times New Roman"/>
              </a:rPr>
              <a:t>n</a:t>
            </a:r>
            <a:r>
              <a:rPr sz="1200" spc="53" dirty="0">
                <a:solidFill>
                  <a:srgbClr val="2D3436"/>
                </a:solidFill>
                <a:latin typeface="Times New Roman"/>
                <a:cs typeface="Times New Roman"/>
              </a:rPr>
              <a:t>y </a:t>
            </a:r>
            <a:endParaRPr sz="1200">
              <a:latin typeface="Times New Roman"/>
              <a:cs typeface="Times New Roman"/>
            </a:endParaRPr>
          </a:p>
          <a:p>
            <a:pPr marL="58420" marR="19490">
              <a:lnSpc>
                <a:spcPts val="1379"/>
              </a:lnSpc>
              <a:spcBef>
                <a:spcPts val="411"/>
              </a:spcBef>
            </a:pPr>
            <a:r>
              <a:rPr sz="1200" spc="53" dirty="0">
                <a:solidFill>
                  <a:srgbClr val="2D3436"/>
                </a:solidFill>
                <a:latin typeface="Times New Roman"/>
                <a:cs typeface="Times New Roman"/>
              </a:rPr>
              <a:t>Ge</a:t>
            </a:r>
            <a:r>
              <a:rPr sz="1200" spc="53" dirty="0">
                <a:solidFill>
                  <a:srgbClr val="424D49"/>
                </a:solidFill>
                <a:latin typeface="Times New Roman"/>
                <a:cs typeface="Times New Roman"/>
              </a:rPr>
              <a:t>rm</a:t>
            </a:r>
            <a:r>
              <a:rPr sz="1200" spc="53" dirty="0">
                <a:solidFill>
                  <a:srgbClr val="2D3436"/>
                </a:solidFill>
                <a:latin typeface="Times New Roman"/>
                <a:cs typeface="Times New Roman"/>
              </a:rPr>
              <a:t>a</a:t>
            </a:r>
            <a:r>
              <a:rPr sz="1200" spc="53" dirty="0">
                <a:solidFill>
                  <a:srgbClr val="424D49"/>
                </a:solidFill>
                <a:latin typeface="Times New Roman"/>
                <a:cs typeface="Times New Roman"/>
              </a:rPr>
              <a:t>n</a:t>
            </a:r>
            <a:r>
              <a:rPr sz="1200" spc="53" dirty="0">
                <a:solidFill>
                  <a:srgbClr val="2D3436"/>
                </a:solidFill>
                <a:latin typeface="Times New Roman"/>
                <a:cs typeface="Times New Roman"/>
              </a:rPr>
              <a:t>y </a:t>
            </a:r>
            <a:endParaRPr sz="1200">
              <a:latin typeface="Times New Roman"/>
              <a:cs typeface="Times New Roman"/>
            </a:endParaRPr>
          </a:p>
          <a:p>
            <a:pPr marL="58420" marR="19490">
              <a:lnSpc>
                <a:spcPts val="1379"/>
              </a:lnSpc>
              <a:spcBef>
                <a:spcPts val="411"/>
              </a:spcBef>
            </a:pPr>
            <a:r>
              <a:rPr sz="1200" spc="62" dirty="0">
                <a:solidFill>
                  <a:srgbClr val="2D3436"/>
                </a:solidFill>
                <a:latin typeface="Times New Roman"/>
                <a:cs typeface="Times New Roman"/>
              </a:rPr>
              <a:t>Ca</a:t>
            </a:r>
            <a:r>
              <a:rPr sz="1200" spc="62" dirty="0">
                <a:solidFill>
                  <a:srgbClr val="424D49"/>
                </a:solidFill>
                <a:latin typeface="Times New Roman"/>
                <a:cs typeface="Times New Roman"/>
              </a:rPr>
              <a:t>n</a:t>
            </a:r>
            <a:r>
              <a:rPr sz="1200" spc="62" dirty="0">
                <a:solidFill>
                  <a:srgbClr val="2D3436"/>
                </a:solidFill>
                <a:latin typeface="Times New Roman"/>
                <a:cs typeface="Times New Roman"/>
              </a:rPr>
              <a:t>ada </a:t>
            </a:r>
            <a:endParaRPr sz="1200">
              <a:latin typeface="Times New Roman"/>
              <a:cs typeface="Times New Roman"/>
            </a:endParaRPr>
          </a:p>
          <a:p>
            <a:pPr marL="58420" marR="19490">
              <a:lnSpc>
                <a:spcPts val="1379"/>
              </a:lnSpc>
              <a:spcBef>
                <a:spcPts val="411"/>
              </a:spcBef>
            </a:pPr>
            <a:r>
              <a:rPr sz="1200" spc="38" dirty="0">
                <a:solidFill>
                  <a:srgbClr val="2D3436"/>
                </a:solidFill>
                <a:latin typeface="Times New Roman"/>
                <a:cs typeface="Times New Roman"/>
              </a:rPr>
              <a:t>F</a:t>
            </a:r>
            <a:r>
              <a:rPr sz="1200" spc="38" dirty="0">
                <a:solidFill>
                  <a:srgbClr val="424D49"/>
                </a:solidFill>
                <a:latin typeface="Times New Roman"/>
                <a:cs typeface="Times New Roman"/>
              </a:rPr>
              <a:t>r</a:t>
            </a:r>
            <a:r>
              <a:rPr sz="1200" spc="38" dirty="0">
                <a:solidFill>
                  <a:srgbClr val="2D3436"/>
                </a:solidFill>
                <a:latin typeface="Times New Roman"/>
                <a:cs typeface="Times New Roman"/>
              </a:rPr>
              <a:t>a</a:t>
            </a:r>
            <a:r>
              <a:rPr sz="1200" spc="38" dirty="0">
                <a:solidFill>
                  <a:srgbClr val="424D49"/>
                </a:solidFill>
                <a:latin typeface="Times New Roman"/>
                <a:cs typeface="Times New Roman"/>
              </a:rPr>
              <a:t>n</a:t>
            </a:r>
            <a:r>
              <a:rPr sz="1200" spc="38" dirty="0">
                <a:solidFill>
                  <a:srgbClr val="2D3436"/>
                </a:solidFill>
                <a:latin typeface="Times New Roman"/>
                <a:cs typeface="Times New Roman"/>
              </a:rPr>
              <a:t>ce </a:t>
            </a:r>
            <a:endParaRPr sz="1200">
              <a:latin typeface="Times New Roman"/>
              <a:cs typeface="Times New Roman"/>
            </a:endParaRPr>
          </a:p>
          <a:p>
            <a:pPr marL="58420" marR="19490">
              <a:lnSpc>
                <a:spcPts val="1379"/>
              </a:lnSpc>
              <a:spcBef>
                <a:spcPts val="411"/>
              </a:spcBef>
            </a:pPr>
            <a:r>
              <a:rPr sz="1200" spc="58" dirty="0">
                <a:solidFill>
                  <a:srgbClr val="2D3436"/>
                </a:solidFill>
                <a:latin typeface="Times New Roman"/>
                <a:cs typeface="Times New Roman"/>
              </a:rPr>
              <a:t>Ge</a:t>
            </a:r>
            <a:r>
              <a:rPr sz="1200" spc="58" dirty="0">
                <a:solidFill>
                  <a:srgbClr val="424D49"/>
                </a:solidFill>
                <a:latin typeface="Times New Roman"/>
                <a:cs typeface="Times New Roman"/>
              </a:rPr>
              <a:t>rm</a:t>
            </a:r>
            <a:r>
              <a:rPr sz="1200" spc="58" dirty="0">
                <a:solidFill>
                  <a:srgbClr val="2D3436"/>
                </a:solidFill>
                <a:latin typeface="Times New Roman"/>
                <a:cs typeface="Times New Roman"/>
              </a:rPr>
              <a:t>a</a:t>
            </a:r>
            <a:r>
              <a:rPr sz="1200" spc="58" dirty="0">
                <a:solidFill>
                  <a:srgbClr val="424D49"/>
                </a:solidFill>
                <a:latin typeface="Times New Roman"/>
                <a:cs typeface="Times New Roman"/>
              </a:rPr>
              <a:t>n</a:t>
            </a:r>
            <a:r>
              <a:rPr sz="1200" spc="58" dirty="0">
                <a:solidFill>
                  <a:srgbClr val="2D3436"/>
                </a:solidFill>
                <a:latin typeface="Times New Roman"/>
                <a:cs typeface="Times New Roman"/>
              </a:rPr>
              <a:t>y</a:t>
            </a:r>
            <a:endParaRPr sz="1200">
              <a:latin typeface="Times New Roman"/>
              <a:cs typeface="Times New Roman"/>
            </a:endParaRPr>
          </a:p>
          <a:p>
            <a:pPr marL="113284" marR="33076">
              <a:lnSpc>
                <a:spcPct val="95825"/>
              </a:lnSpc>
              <a:spcBef>
                <a:spcPts val="436"/>
              </a:spcBef>
            </a:pPr>
            <a:r>
              <a:rPr sz="1200" spc="5" dirty="0">
                <a:solidFill>
                  <a:srgbClr val="2D3436"/>
                </a:solidFill>
                <a:latin typeface="Times New Roman"/>
                <a:cs typeface="Times New Roman"/>
              </a:rPr>
              <a:t>I</a:t>
            </a:r>
            <a:r>
              <a:rPr sz="1200" spc="5" dirty="0">
                <a:solidFill>
                  <a:srgbClr val="424D49"/>
                </a:solidFill>
                <a:latin typeface="Times New Roman"/>
                <a:cs typeface="Times New Roman"/>
              </a:rPr>
              <a:t>n</a:t>
            </a:r>
            <a:r>
              <a:rPr sz="1200" spc="5" dirty="0">
                <a:solidFill>
                  <a:srgbClr val="2D3436"/>
                </a:solidFill>
                <a:latin typeface="Times New Roman"/>
                <a:cs typeface="Times New Roman"/>
              </a:rPr>
              <a:t>d</a:t>
            </a:r>
            <a:r>
              <a:rPr sz="1200" spc="5" dirty="0">
                <a:solidFill>
                  <a:srgbClr val="424D49"/>
                </a:solidFill>
                <a:latin typeface="Times New Roman"/>
                <a:cs typeface="Times New Roman"/>
              </a:rPr>
              <a:t>i</a:t>
            </a:r>
            <a:r>
              <a:rPr sz="1200" spc="5" dirty="0">
                <a:solidFill>
                  <a:srgbClr val="2D3436"/>
                </a:solidFill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57475" y="1928348"/>
            <a:ext cx="297042" cy="355600"/>
          </a:xfrm>
          <a:prstGeom prst="rect">
            <a:avLst/>
          </a:prstGeom>
        </p:spPr>
        <p:txBody>
          <a:bodyPr wrap="square" lIns="0" tIns="17494" rIns="0" bIns="0" rtlCol="0">
            <a:noAutofit/>
          </a:bodyPr>
          <a:lstStyle/>
          <a:p>
            <a:pPr marL="12700">
              <a:lnSpc>
                <a:spcPts val="2755"/>
              </a:lnSpc>
            </a:pPr>
            <a:r>
              <a:rPr sz="2600" b="1" spc="7" dirty="0">
                <a:solidFill>
                  <a:srgbClr val="829AB3"/>
                </a:solidFill>
                <a:latin typeface="Times New Roman"/>
                <a:cs typeface="Times New Roman"/>
              </a:rPr>
              <a:t>[·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97955" y="1928348"/>
            <a:ext cx="1044035" cy="355600"/>
          </a:xfrm>
          <a:prstGeom prst="rect">
            <a:avLst/>
          </a:prstGeom>
        </p:spPr>
        <p:txBody>
          <a:bodyPr wrap="square" lIns="0" tIns="17494" rIns="0" bIns="0" rtlCol="0">
            <a:noAutofit/>
          </a:bodyPr>
          <a:lstStyle/>
          <a:p>
            <a:pPr marL="12700">
              <a:lnSpc>
                <a:spcPts val="2755"/>
              </a:lnSpc>
            </a:pPr>
            <a:r>
              <a:rPr sz="2600" spc="83" dirty="0">
                <a:solidFill>
                  <a:srgbClr val="6B9CC8"/>
                </a:solidFill>
                <a:latin typeface="Times New Roman"/>
                <a:cs typeface="Times New Roman"/>
              </a:rPr>
              <a:t>ETET</a:t>
            </a:r>
            <a:r>
              <a:rPr sz="2600" spc="83" dirty="0">
                <a:solidFill>
                  <a:srgbClr val="829AB3"/>
                </a:solidFill>
                <a:latin typeface="Times New Roman"/>
                <a:cs typeface="Times New Roman"/>
              </a:rPr>
              <a:t>-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76419" y="1998523"/>
            <a:ext cx="1353834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b="1" spc="173" dirty="0">
                <a:solidFill>
                  <a:srgbClr val="6B9CC8"/>
                </a:solidFill>
                <a:latin typeface="Arial"/>
                <a:cs typeface="Arial"/>
              </a:rPr>
              <a:t>C'ZIETZ-:</a:t>
            </a:r>
            <a:endParaRPr sz="1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34275" y="1999884"/>
            <a:ext cx="1096555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b="1" spc="250" dirty="0">
                <a:solidFill>
                  <a:srgbClr val="6B9CC8"/>
                </a:solidFill>
                <a:latin typeface="Times New Roman"/>
                <a:cs typeface="Times New Roman"/>
              </a:rPr>
              <a:t>TECH</a:t>
            </a:r>
            <a:r>
              <a:rPr sz="1900" b="1" spc="250" dirty="0">
                <a:solidFill>
                  <a:srgbClr val="7B7C7B"/>
                </a:solidFill>
                <a:latin typeface="Times New Roman"/>
                <a:cs typeface="Times New Roman"/>
              </a:rPr>
              <a:t>-</a:t>
            </a:r>
            <a:r>
              <a:rPr sz="1900" b="1" spc="250" dirty="0">
                <a:solidFill>
                  <a:srgbClr val="AFB3BA"/>
                </a:solidFill>
                <a:latin typeface="Times New Roman"/>
                <a:cs typeface="Times New Roman"/>
              </a:rPr>
              <a:t>]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50083" y="2019105"/>
            <a:ext cx="690693" cy="2714234"/>
          </a:xfrm>
          <a:prstGeom prst="rect">
            <a:avLst/>
          </a:prstGeom>
        </p:spPr>
        <p:txBody>
          <a:bodyPr wrap="square" lIns="0" tIns="11684" rIns="0" bIns="0" rtlCol="0">
            <a:noAutofit/>
          </a:bodyPr>
          <a:lstStyle/>
          <a:p>
            <a:pPr marL="12700" marR="31001" algn="just">
              <a:lnSpc>
                <a:spcPts val="1839"/>
              </a:lnSpc>
            </a:pPr>
            <a:r>
              <a:rPr sz="1700" spc="3893" dirty="0">
                <a:solidFill>
                  <a:srgbClr val="6B9CC8"/>
                </a:solidFill>
                <a:latin typeface="Arial"/>
                <a:cs typeface="Arial"/>
              </a:rPr>
              <a:t>3</a:t>
            </a:r>
            <a:endParaRPr sz="1700">
              <a:latin typeface="Arial"/>
              <a:cs typeface="Arial"/>
            </a:endParaRPr>
          </a:p>
          <a:p>
            <a:pPr marL="18796" indent="3047" algn="just">
              <a:lnSpc>
                <a:spcPts val="1379"/>
              </a:lnSpc>
              <a:spcBef>
                <a:spcPts val="58"/>
              </a:spcBef>
            </a:pPr>
            <a:r>
              <a:rPr sz="1200" spc="-103" dirty="0">
                <a:solidFill>
                  <a:srgbClr val="2D3436"/>
                </a:solidFill>
                <a:latin typeface="Times New Roman"/>
                <a:cs typeface="Times New Roman"/>
              </a:rPr>
              <a:t>C</a:t>
            </a:r>
            <a:r>
              <a:rPr sz="1200" spc="115" dirty="0">
                <a:solidFill>
                  <a:srgbClr val="2D3436"/>
                </a:solidFill>
                <a:latin typeface="Times New Roman"/>
                <a:cs typeface="Times New Roman"/>
              </a:rPr>
              <a:t>a</a:t>
            </a:r>
            <a:r>
              <a:rPr sz="1200" spc="54" dirty="0">
                <a:solidFill>
                  <a:srgbClr val="424D49"/>
                </a:solidFill>
                <a:latin typeface="Times New Roman"/>
                <a:cs typeface="Times New Roman"/>
              </a:rPr>
              <a:t>rr</a:t>
            </a:r>
            <a:r>
              <a:rPr sz="1200" spc="89" dirty="0">
                <a:solidFill>
                  <a:srgbClr val="2D3436"/>
                </a:solidFill>
                <a:latin typeface="Times New Roman"/>
                <a:cs typeface="Times New Roman"/>
              </a:rPr>
              <a:t>e</a:t>
            </a:r>
            <a:r>
              <a:rPr sz="1200" spc="145" dirty="0">
                <a:solidFill>
                  <a:srgbClr val="2D3436"/>
                </a:solidFill>
                <a:latin typeface="Times New Roman"/>
                <a:cs typeface="Times New Roman"/>
              </a:rPr>
              <a:t>t</a:t>
            </a:r>
            <a:r>
              <a:rPr sz="1200" spc="137" dirty="0">
                <a:solidFill>
                  <a:srgbClr val="2D3436"/>
                </a:solidFill>
                <a:latin typeface="Times New Roman"/>
                <a:cs typeface="Times New Roman"/>
              </a:rPr>
              <a:t>e</a:t>
            </a:r>
            <a:r>
              <a:rPr sz="1200" spc="78" dirty="0">
                <a:solidFill>
                  <a:srgbClr val="424D49"/>
                </a:solidFill>
                <a:latin typeface="Times New Roman"/>
                <a:cs typeface="Times New Roman"/>
              </a:rPr>
              <a:t>r</a:t>
            </a:r>
            <a:r>
              <a:rPr sz="1200" spc="14" dirty="0">
                <a:solidFill>
                  <a:srgbClr val="2D3436"/>
                </a:solidFill>
                <a:latin typeface="Times New Roman"/>
                <a:cs typeface="Times New Roman"/>
              </a:rPr>
              <a:t>a</a:t>
            </a:r>
            <a:r>
              <a:rPr sz="1200" spc="8" dirty="0">
                <a:solidFill>
                  <a:srgbClr val="2D3436"/>
                </a:solidFill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8796" algn="just">
              <a:lnSpc>
                <a:spcPts val="1379"/>
              </a:lnSpc>
              <a:spcBef>
                <a:spcPts val="412"/>
              </a:spcBef>
            </a:pPr>
            <a:r>
              <a:rPr sz="1200" spc="-79" dirty="0">
                <a:solidFill>
                  <a:srgbClr val="2D3436"/>
                </a:solidFill>
                <a:latin typeface="Times New Roman"/>
                <a:cs typeface="Times New Roman"/>
              </a:rPr>
              <a:t>C</a:t>
            </a:r>
            <a:r>
              <a:rPr sz="1200" spc="115" dirty="0">
                <a:solidFill>
                  <a:srgbClr val="2D3436"/>
                </a:solidFill>
                <a:latin typeface="Times New Roman"/>
                <a:cs typeface="Times New Roman"/>
              </a:rPr>
              <a:t>a</a:t>
            </a:r>
            <a:r>
              <a:rPr sz="1200" spc="54" dirty="0">
                <a:solidFill>
                  <a:srgbClr val="424D49"/>
                </a:solidFill>
                <a:latin typeface="Times New Roman"/>
                <a:cs typeface="Times New Roman"/>
              </a:rPr>
              <a:t>rr</a:t>
            </a:r>
            <a:r>
              <a:rPr sz="1200" spc="89" dirty="0">
                <a:solidFill>
                  <a:srgbClr val="2D3436"/>
                </a:solidFill>
                <a:latin typeface="Times New Roman"/>
                <a:cs typeface="Times New Roman"/>
              </a:rPr>
              <a:t>e</a:t>
            </a:r>
            <a:r>
              <a:rPr sz="1200" spc="145" dirty="0">
                <a:solidFill>
                  <a:srgbClr val="2D3436"/>
                </a:solidFill>
                <a:latin typeface="Times New Roman"/>
                <a:cs typeface="Times New Roman"/>
              </a:rPr>
              <a:t>t</a:t>
            </a:r>
            <a:r>
              <a:rPr sz="1200" spc="137" dirty="0">
                <a:solidFill>
                  <a:srgbClr val="2D3436"/>
                </a:solidFill>
                <a:latin typeface="Times New Roman"/>
                <a:cs typeface="Times New Roman"/>
              </a:rPr>
              <a:t>e</a:t>
            </a:r>
            <a:r>
              <a:rPr sz="1200" spc="78" dirty="0">
                <a:solidFill>
                  <a:srgbClr val="424D49"/>
                </a:solidFill>
                <a:latin typeface="Times New Roman"/>
                <a:cs typeface="Times New Roman"/>
              </a:rPr>
              <a:t>r</a:t>
            </a:r>
            <a:r>
              <a:rPr sz="1200" spc="14" dirty="0">
                <a:solidFill>
                  <a:srgbClr val="2D3436"/>
                </a:solidFill>
                <a:latin typeface="Times New Roman"/>
                <a:cs typeface="Times New Roman"/>
              </a:rPr>
              <a:t>a</a:t>
            </a:r>
            <a:r>
              <a:rPr sz="1200" spc="8" dirty="0">
                <a:solidFill>
                  <a:srgbClr val="2D3436"/>
                </a:solidFill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8796" algn="just">
              <a:lnSpc>
                <a:spcPts val="1379"/>
              </a:lnSpc>
              <a:spcBef>
                <a:spcPts val="412"/>
              </a:spcBef>
            </a:pPr>
            <a:r>
              <a:rPr sz="1200" spc="-103" dirty="0">
                <a:solidFill>
                  <a:srgbClr val="2D3436"/>
                </a:solidFill>
                <a:latin typeface="Times New Roman"/>
                <a:cs typeface="Times New Roman"/>
              </a:rPr>
              <a:t>C</a:t>
            </a:r>
            <a:r>
              <a:rPr sz="1200" spc="115" dirty="0">
                <a:solidFill>
                  <a:srgbClr val="2D3436"/>
                </a:solidFill>
                <a:latin typeface="Times New Roman"/>
                <a:cs typeface="Times New Roman"/>
              </a:rPr>
              <a:t>a</a:t>
            </a:r>
            <a:r>
              <a:rPr sz="1200" spc="54" dirty="0">
                <a:solidFill>
                  <a:srgbClr val="424D49"/>
                </a:solidFill>
                <a:latin typeface="Times New Roman"/>
                <a:cs typeface="Times New Roman"/>
              </a:rPr>
              <a:t>rr</a:t>
            </a:r>
            <a:r>
              <a:rPr sz="1200" spc="89" dirty="0">
                <a:solidFill>
                  <a:srgbClr val="2D3436"/>
                </a:solidFill>
                <a:latin typeface="Times New Roman"/>
                <a:cs typeface="Times New Roman"/>
              </a:rPr>
              <a:t>e</a:t>
            </a:r>
            <a:r>
              <a:rPr sz="1200" spc="168" dirty="0">
                <a:solidFill>
                  <a:srgbClr val="2D3436"/>
                </a:solidFill>
                <a:latin typeface="Times New Roman"/>
                <a:cs typeface="Times New Roman"/>
              </a:rPr>
              <a:t>t</a:t>
            </a:r>
            <a:r>
              <a:rPr sz="1200" spc="115" dirty="0">
                <a:solidFill>
                  <a:srgbClr val="2D3436"/>
                </a:solidFill>
                <a:latin typeface="Times New Roman"/>
                <a:cs typeface="Times New Roman"/>
              </a:rPr>
              <a:t>e</a:t>
            </a:r>
            <a:r>
              <a:rPr sz="1200" spc="78" dirty="0">
                <a:solidFill>
                  <a:srgbClr val="424D49"/>
                </a:solidFill>
                <a:latin typeface="Times New Roman"/>
                <a:cs typeface="Times New Roman"/>
              </a:rPr>
              <a:t>r</a:t>
            </a:r>
            <a:r>
              <a:rPr sz="1200" spc="14" dirty="0">
                <a:solidFill>
                  <a:srgbClr val="2D3436"/>
                </a:solidFill>
                <a:latin typeface="Times New Roman"/>
                <a:cs typeface="Times New Roman"/>
              </a:rPr>
              <a:t>a</a:t>
            </a:r>
            <a:r>
              <a:rPr sz="1200" spc="8" dirty="0">
                <a:solidFill>
                  <a:srgbClr val="2D3436"/>
                </a:solidFill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8796" algn="just">
              <a:lnSpc>
                <a:spcPts val="1379"/>
              </a:lnSpc>
              <a:spcBef>
                <a:spcPts val="412"/>
              </a:spcBef>
            </a:pPr>
            <a:r>
              <a:rPr sz="1200" spc="-103" dirty="0">
                <a:solidFill>
                  <a:srgbClr val="2D3436"/>
                </a:solidFill>
                <a:latin typeface="Times New Roman"/>
                <a:cs typeface="Times New Roman"/>
              </a:rPr>
              <a:t>C</a:t>
            </a:r>
            <a:r>
              <a:rPr sz="1200" spc="115" dirty="0">
                <a:solidFill>
                  <a:srgbClr val="2D3436"/>
                </a:solidFill>
                <a:latin typeface="Times New Roman"/>
                <a:cs typeface="Times New Roman"/>
              </a:rPr>
              <a:t>a</a:t>
            </a:r>
            <a:r>
              <a:rPr sz="1200" spc="54" dirty="0">
                <a:solidFill>
                  <a:srgbClr val="424D49"/>
                </a:solidFill>
                <a:latin typeface="Times New Roman"/>
                <a:cs typeface="Times New Roman"/>
              </a:rPr>
              <a:t>rr</a:t>
            </a:r>
            <a:r>
              <a:rPr sz="1200" spc="89" dirty="0">
                <a:solidFill>
                  <a:srgbClr val="2D3436"/>
                </a:solidFill>
                <a:latin typeface="Times New Roman"/>
                <a:cs typeface="Times New Roman"/>
              </a:rPr>
              <a:t>e</a:t>
            </a:r>
            <a:r>
              <a:rPr sz="1200" spc="145" dirty="0">
                <a:solidFill>
                  <a:srgbClr val="2D3436"/>
                </a:solidFill>
                <a:latin typeface="Times New Roman"/>
                <a:cs typeface="Times New Roman"/>
              </a:rPr>
              <a:t>t</a:t>
            </a:r>
            <a:r>
              <a:rPr sz="1200" spc="137" dirty="0">
                <a:solidFill>
                  <a:srgbClr val="2D3436"/>
                </a:solidFill>
                <a:latin typeface="Times New Roman"/>
                <a:cs typeface="Times New Roman"/>
              </a:rPr>
              <a:t>e</a:t>
            </a:r>
            <a:r>
              <a:rPr sz="1200" spc="78" dirty="0">
                <a:solidFill>
                  <a:srgbClr val="424D49"/>
                </a:solidFill>
                <a:latin typeface="Times New Roman"/>
                <a:cs typeface="Times New Roman"/>
              </a:rPr>
              <a:t>r</a:t>
            </a:r>
            <a:r>
              <a:rPr sz="1200" spc="14" dirty="0">
                <a:solidFill>
                  <a:srgbClr val="2D3436"/>
                </a:solidFill>
                <a:latin typeface="Times New Roman"/>
                <a:cs typeface="Times New Roman"/>
              </a:rPr>
              <a:t>a</a:t>
            </a:r>
            <a:r>
              <a:rPr sz="1200" spc="8" dirty="0">
                <a:solidFill>
                  <a:srgbClr val="2D3436"/>
                </a:solidFill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8796" algn="just">
              <a:lnSpc>
                <a:spcPts val="1379"/>
              </a:lnSpc>
              <a:spcBef>
                <a:spcPts val="412"/>
              </a:spcBef>
            </a:pPr>
            <a:r>
              <a:rPr sz="1200" spc="-79" dirty="0">
                <a:solidFill>
                  <a:srgbClr val="2D3436"/>
                </a:solidFill>
                <a:latin typeface="Times New Roman"/>
                <a:cs typeface="Times New Roman"/>
              </a:rPr>
              <a:t>C</a:t>
            </a:r>
            <a:r>
              <a:rPr sz="1200" spc="115" dirty="0">
                <a:solidFill>
                  <a:srgbClr val="2D3436"/>
                </a:solidFill>
                <a:latin typeface="Times New Roman"/>
                <a:cs typeface="Times New Roman"/>
              </a:rPr>
              <a:t>a</a:t>
            </a:r>
            <a:r>
              <a:rPr sz="1200" spc="54" dirty="0">
                <a:solidFill>
                  <a:srgbClr val="424D49"/>
                </a:solidFill>
                <a:latin typeface="Times New Roman"/>
                <a:cs typeface="Times New Roman"/>
              </a:rPr>
              <a:t>rr</a:t>
            </a:r>
            <a:r>
              <a:rPr sz="1200" spc="89" dirty="0">
                <a:solidFill>
                  <a:srgbClr val="2D3436"/>
                </a:solidFill>
                <a:latin typeface="Times New Roman"/>
                <a:cs typeface="Times New Roman"/>
              </a:rPr>
              <a:t>e</a:t>
            </a:r>
            <a:r>
              <a:rPr sz="1200" spc="145" dirty="0">
                <a:solidFill>
                  <a:srgbClr val="2D3436"/>
                </a:solidFill>
                <a:latin typeface="Times New Roman"/>
                <a:cs typeface="Times New Roman"/>
              </a:rPr>
              <a:t>t</a:t>
            </a:r>
            <a:r>
              <a:rPr sz="1200" spc="137" dirty="0">
                <a:solidFill>
                  <a:srgbClr val="2D3436"/>
                </a:solidFill>
                <a:latin typeface="Times New Roman"/>
                <a:cs typeface="Times New Roman"/>
              </a:rPr>
              <a:t>e</a:t>
            </a:r>
            <a:r>
              <a:rPr sz="1200" spc="78" dirty="0">
                <a:solidFill>
                  <a:srgbClr val="424D49"/>
                </a:solidFill>
                <a:latin typeface="Times New Roman"/>
                <a:cs typeface="Times New Roman"/>
              </a:rPr>
              <a:t>r</a:t>
            </a:r>
            <a:r>
              <a:rPr sz="1200" spc="14" dirty="0">
                <a:solidFill>
                  <a:srgbClr val="2D3436"/>
                </a:solidFill>
                <a:latin typeface="Times New Roman"/>
                <a:cs typeface="Times New Roman"/>
              </a:rPr>
              <a:t>a</a:t>
            </a:r>
            <a:r>
              <a:rPr sz="1200" spc="8" dirty="0">
                <a:solidFill>
                  <a:srgbClr val="2D3436"/>
                </a:solidFill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8796" algn="just">
              <a:lnSpc>
                <a:spcPts val="1379"/>
              </a:lnSpc>
              <a:spcBef>
                <a:spcPts val="412"/>
              </a:spcBef>
            </a:pPr>
            <a:r>
              <a:rPr sz="1200" spc="-103" dirty="0">
                <a:solidFill>
                  <a:srgbClr val="2D3436"/>
                </a:solidFill>
                <a:latin typeface="Times New Roman"/>
                <a:cs typeface="Times New Roman"/>
              </a:rPr>
              <a:t>C</a:t>
            </a:r>
            <a:r>
              <a:rPr sz="1200" spc="115" dirty="0">
                <a:solidFill>
                  <a:srgbClr val="2D3436"/>
                </a:solidFill>
                <a:latin typeface="Times New Roman"/>
                <a:cs typeface="Times New Roman"/>
              </a:rPr>
              <a:t>a</a:t>
            </a:r>
            <a:r>
              <a:rPr sz="1200" spc="54" dirty="0">
                <a:solidFill>
                  <a:srgbClr val="424D49"/>
                </a:solidFill>
                <a:latin typeface="Times New Roman"/>
                <a:cs typeface="Times New Roman"/>
              </a:rPr>
              <a:t>rr</a:t>
            </a:r>
            <a:r>
              <a:rPr sz="1200" spc="89" dirty="0">
                <a:solidFill>
                  <a:srgbClr val="2D3436"/>
                </a:solidFill>
                <a:latin typeface="Times New Roman"/>
                <a:cs typeface="Times New Roman"/>
              </a:rPr>
              <a:t>e</a:t>
            </a:r>
            <a:r>
              <a:rPr sz="1200" spc="168" dirty="0">
                <a:solidFill>
                  <a:srgbClr val="2D3436"/>
                </a:solidFill>
                <a:latin typeface="Times New Roman"/>
                <a:cs typeface="Times New Roman"/>
              </a:rPr>
              <a:t>t</a:t>
            </a:r>
            <a:r>
              <a:rPr sz="1200" spc="115" dirty="0">
                <a:solidFill>
                  <a:srgbClr val="2D3436"/>
                </a:solidFill>
                <a:latin typeface="Times New Roman"/>
                <a:cs typeface="Times New Roman"/>
              </a:rPr>
              <a:t>e</a:t>
            </a:r>
            <a:r>
              <a:rPr sz="1200" spc="78" dirty="0">
                <a:solidFill>
                  <a:srgbClr val="424D49"/>
                </a:solidFill>
                <a:latin typeface="Times New Roman"/>
                <a:cs typeface="Times New Roman"/>
              </a:rPr>
              <a:t>r</a:t>
            </a:r>
            <a:r>
              <a:rPr sz="1200" spc="14" dirty="0">
                <a:solidFill>
                  <a:srgbClr val="2D3436"/>
                </a:solidFill>
                <a:latin typeface="Times New Roman"/>
                <a:cs typeface="Times New Roman"/>
              </a:rPr>
              <a:t>a</a:t>
            </a:r>
            <a:r>
              <a:rPr sz="1200" spc="8" dirty="0">
                <a:solidFill>
                  <a:srgbClr val="2D3436"/>
                </a:solidFill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  <a:p>
            <a:pPr marL="18796" algn="just">
              <a:lnSpc>
                <a:spcPts val="1379"/>
              </a:lnSpc>
              <a:spcBef>
                <a:spcPts val="412"/>
              </a:spcBef>
            </a:pPr>
            <a:r>
              <a:rPr sz="1200" spc="73" dirty="0">
                <a:solidFill>
                  <a:srgbClr val="2D3436"/>
                </a:solidFill>
                <a:latin typeface="Times New Roman"/>
                <a:cs typeface="Times New Roman"/>
              </a:rPr>
              <a:t>Mo</a:t>
            </a:r>
            <a:r>
              <a:rPr sz="1200" spc="73" dirty="0">
                <a:solidFill>
                  <a:srgbClr val="424D49"/>
                </a:solidFill>
                <a:latin typeface="Times New Roman"/>
                <a:cs typeface="Times New Roman"/>
              </a:rPr>
              <a:t>n</a:t>
            </a:r>
            <a:r>
              <a:rPr sz="1200" spc="73" dirty="0">
                <a:solidFill>
                  <a:srgbClr val="2D3436"/>
                </a:solidFill>
                <a:latin typeface="Times New Roman"/>
                <a:cs typeface="Times New Roman"/>
              </a:rPr>
              <a:t>ta</a:t>
            </a:r>
            <a:r>
              <a:rPr sz="1200" spc="73" dirty="0">
                <a:solidFill>
                  <a:srgbClr val="424D49"/>
                </a:solidFill>
                <a:latin typeface="Times New Roman"/>
                <a:cs typeface="Times New Roman"/>
              </a:rPr>
              <a:t>n</a:t>
            </a:r>
            <a:r>
              <a:rPr sz="1200" spc="73" dirty="0">
                <a:solidFill>
                  <a:srgbClr val="2D3436"/>
                </a:solidFill>
                <a:latin typeface="Times New Roman"/>
                <a:cs typeface="Times New Roman"/>
              </a:rPr>
              <a:t>a </a:t>
            </a:r>
            <a:endParaRPr sz="1200">
              <a:latin typeface="Times New Roman"/>
              <a:cs typeface="Times New Roman"/>
            </a:endParaRPr>
          </a:p>
          <a:p>
            <a:pPr marL="18796" algn="just">
              <a:lnSpc>
                <a:spcPts val="1379"/>
              </a:lnSpc>
              <a:spcBef>
                <a:spcPts val="412"/>
              </a:spcBef>
            </a:pPr>
            <a:r>
              <a:rPr sz="1200" spc="73" dirty="0">
                <a:solidFill>
                  <a:srgbClr val="2D3436"/>
                </a:solidFill>
                <a:latin typeface="Times New Roman"/>
                <a:cs typeface="Times New Roman"/>
              </a:rPr>
              <a:t>Mo</a:t>
            </a:r>
            <a:r>
              <a:rPr sz="1200" spc="73" dirty="0">
                <a:solidFill>
                  <a:srgbClr val="424D49"/>
                </a:solidFill>
                <a:latin typeface="Times New Roman"/>
                <a:cs typeface="Times New Roman"/>
              </a:rPr>
              <a:t>n</a:t>
            </a:r>
            <a:r>
              <a:rPr sz="1200" spc="73" dirty="0">
                <a:solidFill>
                  <a:srgbClr val="2D3436"/>
                </a:solidFill>
                <a:latin typeface="Times New Roman"/>
                <a:cs typeface="Times New Roman"/>
              </a:rPr>
              <a:t>ta</a:t>
            </a:r>
            <a:r>
              <a:rPr sz="1200" spc="73" dirty="0">
                <a:solidFill>
                  <a:srgbClr val="424D49"/>
                </a:solidFill>
                <a:latin typeface="Times New Roman"/>
                <a:cs typeface="Times New Roman"/>
              </a:rPr>
              <a:t>n</a:t>
            </a:r>
            <a:r>
              <a:rPr sz="1200" spc="73" dirty="0">
                <a:solidFill>
                  <a:srgbClr val="2D3436"/>
                </a:solidFill>
                <a:latin typeface="Times New Roman"/>
                <a:cs typeface="Times New Roman"/>
              </a:rPr>
              <a:t>a </a:t>
            </a:r>
            <a:endParaRPr sz="1200">
              <a:latin typeface="Times New Roman"/>
              <a:cs typeface="Times New Roman"/>
            </a:endParaRPr>
          </a:p>
          <a:p>
            <a:pPr marL="18796" algn="just">
              <a:lnSpc>
                <a:spcPts val="1379"/>
              </a:lnSpc>
              <a:spcBef>
                <a:spcPts val="412"/>
              </a:spcBef>
            </a:pPr>
            <a:r>
              <a:rPr sz="1200" spc="73" dirty="0">
                <a:solidFill>
                  <a:srgbClr val="2D3436"/>
                </a:solidFill>
                <a:latin typeface="Times New Roman"/>
                <a:cs typeface="Times New Roman"/>
              </a:rPr>
              <a:t>Mo</a:t>
            </a:r>
            <a:r>
              <a:rPr sz="1200" spc="73" dirty="0">
                <a:solidFill>
                  <a:srgbClr val="424D49"/>
                </a:solidFill>
                <a:latin typeface="Times New Roman"/>
                <a:cs typeface="Times New Roman"/>
              </a:rPr>
              <a:t>n</a:t>
            </a:r>
            <a:r>
              <a:rPr sz="1200" spc="73" dirty="0">
                <a:solidFill>
                  <a:srgbClr val="2D3436"/>
                </a:solidFill>
                <a:latin typeface="Times New Roman"/>
                <a:cs typeface="Times New Roman"/>
              </a:rPr>
              <a:t>ta</a:t>
            </a:r>
            <a:r>
              <a:rPr sz="1200" spc="73" dirty="0">
                <a:solidFill>
                  <a:srgbClr val="424D49"/>
                </a:solidFill>
                <a:latin typeface="Times New Roman"/>
                <a:cs typeface="Times New Roman"/>
              </a:rPr>
              <a:t>n</a:t>
            </a:r>
            <a:r>
              <a:rPr sz="1200" spc="73" dirty="0">
                <a:solidFill>
                  <a:srgbClr val="2D3436"/>
                </a:solidFill>
                <a:latin typeface="Times New Roman"/>
                <a:cs typeface="Times New Roman"/>
              </a:rPr>
              <a:t>a </a:t>
            </a:r>
            <a:endParaRPr sz="1200">
              <a:latin typeface="Times New Roman"/>
              <a:cs typeface="Times New Roman"/>
            </a:endParaRPr>
          </a:p>
          <a:p>
            <a:pPr marL="18796" algn="just">
              <a:lnSpc>
                <a:spcPts val="1379"/>
              </a:lnSpc>
              <a:spcBef>
                <a:spcPts val="412"/>
              </a:spcBef>
            </a:pPr>
            <a:r>
              <a:rPr sz="1200" spc="78" dirty="0">
                <a:solidFill>
                  <a:srgbClr val="2D3436"/>
                </a:solidFill>
                <a:latin typeface="Times New Roman"/>
                <a:cs typeface="Times New Roman"/>
              </a:rPr>
              <a:t>Mo</a:t>
            </a:r>
            <a:r>
              <a:rPr sz="1200" spc="78" dirty="0">
                <a:solidFill>
                  <a:srgbClr val="424D49"/>
                </a:solidFill>
                <a:latin typeface="Times New Roman"/>
                <a:cs typeface="Times New Roman"/>
              </a:rPr>
              <a:t>n</a:t>
            </a:r>
            <a:r>
              <a:rPr sz="1200" spc="78" dirty="0">
                <a:solidFill>
                  <a:srgbClr val="2D3436"/>
                </a:solidFill>
                <a:latin typeface="Times New Roman"/>
                <a:cs typeface="Times New Roman"/>
              </a:rPr>
              <a:t>ta</a:t>
            </a:r>
            <a:r>
              <a:rPr sz="1200" spc="78" dirty="0">
                <a:solidFill>
                  <a:srgbClr val="424D49"/>
                </a:solidFill>
                <a:latin typeface="Times New Roman"/>
                <a:cs typeface="Times New Roman"/>
              </a:rPr>
              <a:t>n</a:t>
            </a:r>
            <a:r>
              <a:rPr sz="1200" spc="78" dirty="0">
                <a:solidFill>
                  <a:srgbClr val="2D3436"/>
                </a:solidFill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  <a:p>
            <a:pPr marL="27940" marR="332130" algn="just">
              <a:lnSpc>
                <a:spcPct val="95825"/>
              </a:lnSpc>
              <a:spcBef>
                <a:spcPts val="432"/>
              </a:spcBef>
            </a:pPr>
            <a:r>
              <a:rPr sz="1200" spc="-21" dirty="0">
                <a:solidFill>
                  <a:srgbClr val="2D3436"/>
                </a:solidFill>
                <a:latin typeface="Times New Roman"/>
                <a:cs typeface="Times New Roman"/>
              </a:rPr>
              <a:t>Lass</a:t>
            </a:r>
            <a:r>
              <a:rPr sz="1200" spc="-21" dirty="0">
                <a:solidFill>
                  <a:srgbClr val="424D49"/>
                </a:solidFill>
                <a:latin typeface="Times New Roman"/>
                <a:cs typeface="Times New Roman"/>
              </a:rPr>
              <a:t>i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87699" y="2019105"/>
            <a:ext cx="126803" cy="241300"/>
          </a:xfrm>
          <a:prstGeom prst="rect">
            <a:avLst/>
          </a:prstGeom>
        </p:spPr>
        <p:txBody>
          <a:bodyPr wrap="square" lIns="0" tIns="11684" rIns="0" bIns="0" rtlCol="0">
            <a:noAutofit/>
          </a:bodyPr>
          <a:lstStyle/>
          <a:p>
            <a:pPr marL="12700">
              <a:lnSpc>
                <a:spcPts val="1839"/>
              </a:lnSpc>
            </a:pPr>
            <a:r>
              <a:rPr sz="1700" dirty="0">
                <a:solidFill>
                  <a:srgbClr val="7B7C7B"/>
                </a:solidFill>
                <a:latin typeface="Arial"/>
                <a:cs typeface="Arial"/>
              </a:rPr>
              <a:t>-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52291" y="2020322"/>
            <a:ext cx="969295" cy="2718545"/>
          </a:xfrm>
          <a:prstGeom prst="rect">
            <a:avLst/>
          </a:prstGeom>
        </p:spPr>
        <p:txBody>
          <a:bodyPr wrap="square" lIns="0" tIns="11652" rIns="0" bIns="0" rtlCol="0">
            <a:noAutofit/>
          </a:bodyPr>
          <a:lstStyle/>
          <a:p>
            <a:pPr marR="12700" algn="r">
              <a:lnSpc>
                <a:spcPts val="1835"/>
              </a:lnSpc>
            </a:pPr>
            <a:r>
              <a:rPr sz="1700" spc="8" dirty="0">
                <a:solidFill>
                  <a:srgbClr val="6B9CC8"/>
                </a:solidFill>
                <a:latin typeface="Times New Roman"/>
                <a:cs typeface="Times New Roman"/>
              </a:rPr>
              <a:t>DEE!EE  ·</a:t>
            </a:r>
            <a:endParaRPr sz="1700">
              <a:latin typeface="Times New Roman"/>
              <a:cs typeface="Times New Roman"/>
            </a:endParaRPr>
          </a:p>
          <a:p>
            <a:pPr marR="57435" algn="r">
              <a:lnSpc>
                <a:spcPct val="95825"/>
              </a:lnSpc>
              <a:spcBef>
                <a:spcPts val="48"/>
              </a:spcBef>
            </a:pPr>
            <a:r>
              <a:rPr sz="1200" spc="45" dirty="0">
                <a:solidFill>
                  <a:srgbClr val="2D3436"/>
                </a:solidFill>
                <a:latin typeface="Times New Roman"/>
                <a:cs typeface="Times New Roman"/>
              </a:rPr>
              <a:t>1618.5</a:t>
            </a:r>
            <a:endParaRPr sz="1200">
              <a:latin typeface="Times New Roman"/>
              <a:cs typeface="Times New Roman"/>
            </a:endParaRPr>
          </a:p>
          <a:p>
            <a:pPr marL="567690" marR="33305" algn="ctr">
              <a:lnSpc>
                <a:spcPct val="95825"/>
              </a:lnSpc>
              <a:spcBef>
                <a:spcPts val="420"/>
              </a:spcBef>
            </a:pPr>
            <a:r>
              <a:rPr sz="1200" spc="29" dirty="0">
                <a:solidFill>
                  <a:srgbClr val="2D3436"/>
                </a:solidFill>
                <a:latin typeface="Times New Roman"/>
                <a:cs typeface="Times New Roman"/>
              </a:rPr>
              <a:t>1321</a:t>
            </a:r>
            <a:endParaRPr sz="1200">
              <a:latin typeface="Times New Roman"/>
              <a:cs typeface="Times New Roman"/>
            </a:endParaRPr>
          </a:p>
          <a:p>
            <a:pPr marL="564642" marR="30257" algn="ctr">
              <a:lnSpc>
                <a:spcPct val="95825"/>
              </a:lnSpc>
              <a:spcBef>
                <a:spcPts val="395"/>
              </a:spcBef>
            </a:pPr>
            <a:r>
              <a:rPr sz="1200" spc="41" dirty="0">
                <a:solidFill>
                  <a:srgbClr val="2D3436"/>
                </a:solidFill>
                <a:latin typeface="Times New Roman"/>
                <a:cs typeface="Times New Roman"/>
              </a:rPr>
              <a:t>2178</a:t>
            </a:r>
            <a:endParaRPr sz="1200">
              <a:latin typeface="Times New Roman"/>
              <a:cs typeface="Times New Roman"/>
            </a:endParaRPr>
          </a:p>
          <a:p>
            <a:pPr marR="54387" algn="r">
              <a:lnSpc>
                <a:spcPct val="95825"/>
              </a:lnSpc>
              <a:spcBef>
                <a:spcPts val="420"/>
              </a:spcBef>
            </a:pPr>
            <a:r>
              <a:rPr sz="1200" spc="39" dirty="0">
                <a:solidFill>
                  <a:srgbClr val="2D3436"/>
                </a:solidFill>
                <a:latin typeface="Times New Roman"/>
                <a:cs typeface="Times New Roman"/>
              </a:rPr>
              <a:t>888</a:t>
            </a:r>
            <a:endParaRPr sz="1200">
              <a:latin typeface="Times New Roman"/>
              <a:cs typeface="Times New Roman"/>
            </a:endParaRPr>
          </a:p>
          <a:p>
            <a:pPr marL="564642" marR="30257" algn="ctr">
              <a:lnSpc>
                <a:spcPct val="95825"/>
              </a:lnSpc>
              <a:spcBef>
                <a:spcPts val="420"/>
              </a:spcBef>
            </a:pPr>
            <a:r>
              <a:rPr sz="1200" spc="41" dirty="0">
                <a:solidFill>
                  <a:srgbClr val="2D3436"/>
                </a:solidFill>
                <a:latin typeface="Times New Roman"/>
                <a:cs typeface="Times New Roman"/>
              </a:rPr>
              <a:t>2470</a:t>
            </a:r>
            <a:endParaRPr sz="1200">
              <a:latin typeface="Times New Roman"/>
              <a:cs typeface="Times New Roman"/>
            </a:endParaRPr>
          </a:p>
          <a:p>
            <a:pPr marL="567690" marR="33305" algn="ctr">
              <a:lnSpc>
                <a:spcPct val="95825"/>
              </a:lnSpc>
              <a:spcBef>
                <a:spcPts val="395"/>
              </a:spcBef>
            </a:pPr>
            <a:r>
              <a:rPr sz="1200" spc="29" dirty="0">
                <a:solidFill>
                  <a:srgbClr val="2D3436"/>
                </a:solidFill>
                <a:latin typeface="Times New Roman"/>
                <a:cs typeface="Times New Roman"/>
              </a:rPr>
              <a:t>1513</a:t>
            </a:r>
            <a:endParaRPr sz="1200">
              <a:latin typeface="Times New Roman"/>
              <a:cs typeface="Times New Roman"/>
            </a:endParaRPr>
          </a:p>
          <a:p>
            <a:pPr marR="57435" algn="r">
              <a:lnSpc>
                <a:spcPct val="95825"/>
              </a:lnSpc>
              <a:spcBef>
                <a:spcPts val="420"/>
              </a:spcBef>
            </a:pPr>
            <a:r>
              <a:rPr sz="1200" spc="31" dirty="0">
                <a:solidFill>
                  <a:srgbClr val="2D3436"/>
                </a:solidFill>
                <a:latin typeface="Times New Roman"/>
                <a:cs typeface="Times New Roman"/>
              </a:rPr>
              <a:t>921</a:t>
            </a:r>
            <a:endParaRPr sz="1200">
              <a:latin typeface="Times New Roman"/>
              <a:cs typeface="Times New Roman"/>
            </a:endParaRPr>
          </a:p>
          <a:p>
            <a:pPr marL="564642" marR="30257" algn="ctr">
              <a:lnSpc>
                <a:spcPct val="95825"/>
              </a:lnSpc>
              <a:spcBef>
                <a:spcPts val="420"/>
              </a:spcBef>
            </a:pPr>
            <a:r>
              <a:rPr sz="1200" spc="41" dirty="0">
                <a:solidFill>
                  <a:srgbClr val="2D3436"/>
                </a:solidFill>
                <a:latin typeface="Times New Roman"/>
                <a:cs typeface="Times New Roman"/>
              </a:rPr>
              <a:t>2518</a:t>
            </a:r>
            <a:endParaRPr sz="1200">
              <a:latin typeface="Times New Roman"/>
              <a:cs typeface="Times New Roman"/>
            </a:endParaRPr>
          </a:p>
          <a:p>
            <a:pPr marL="567690" marR="33305" algn="ctr">
              <a:lnSpc>
                <a:spcPct val="95825"/>
              </a:lnSpc>
              <a:spcBef>
                <a:spcPts val="395"/>
              </a:spcBef>
            </a:pPr>
            <a:r>
              <a:rPr sz="1200" spc="29" dirty="0">
                <a:solidFill>
                  <a:srgbClr val="2D3436"/>
                </a:solidFill>
                <a:latin typeface="Times New Roman"/>
                <a:cs typeface="Times New Roman"/>
              </a:rPr>
              <a:t>1899</a:t>
            </a:r>
            <a:endParaRPr sz="1200">
              <a:latin typeface="Times New Roman"/>
              <a:cs typeface="Times New Roman"/>
            </a:endParaRPr>
          </a:p>
          <a:p>
            <a:pPr marL="567690" marR="33305" algn="ctr">
              <a:lnSpc>
                <a:spcPct val="95825"/>
              </a:lnSpc>
              <a:spcBef>
                <a:spcPts val="420"/>
              </a:spcBef>
            </a:pPr>
            <a:r>
              <a:rPr sz="1200" spc="29" dirty="0">
                <a:solidFill>
                  <a:srgbClr val="2D3436"/>
                </a:solidFill>
                <a:latin typeface="Times New Roman"/>
                <a:cs typeface="Times New Roman"/>
              </a:rPr>
              <a:t>1545</a:t>
            </a:r>
            <a:endParaRPr sz="1200">
              <a:latin typeface="Times New Roman"/>
              <a:cs typeface="Times New Roman"/>
            </a:endParaRPr>
          </a:p>
          <a:p>
            <a:pPr marR="103155" algn="r">
              <a:lnSpc>
                <a:spcPct val="95825"/>
              </a:lnSpc>
              <a:spcBef>
                <a:spcPts val="350"/>
              </a:spcBef>
            </a:pPr>
            <a:r>
              <a:rPr sz="1300" spc="42" dirty="0">
                <a:solidFill>
                  <a:srgbClr val="2D3436"/>
                </a:solidFill>
                <a:latin typeface="Times New Roman"/>
                <a:cs typeface="Times New Roman"/>
              </a:rPr>
              <a:t>$ </a:t>
            </a:r>
            <a:r>
              <a:rPr sz="1200" spc="42" dirty="0">
                <a:solidFill>
                  <a:srgbClr val="2D3436"/>
                </a:solidFill>
                <a:latin typeface="Times New Roman"/>
                <a:cs typeface="Times New Roman"/>
              </a:rPr>
              <a:t>36</a:t>
            </a:r>
            <a:r>
              <a:rPr sz="1200" spc="42" dirty="0">
                <a:solidFill>
                  <a:srgbClr val="424D49"/>
                </a:solidFill>
                <a:latin typeface="Times New Roman"/>
                <a:cs typeface="Times New Roman"/>
              </a:rPr>
              <a:t>,</a:t>
            </a:r>
            <a:r>
              <a:rPr sz="1200" spc="42" dirty="0">
                <a:solidFill>
                  <a:srgbClr val="2D3436"/>
                </a:solidFill>
                <a:latin typeface="Times New Roman"/>
                <a:cs typeface="Times New Roman"/>
              </a:rPr>
              <a:t>577.00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40628" y="2237806"/>
            <a:ext cx="125927" cy="2501062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sz="1600" spc="-338" dirty="0">
                <a:solidFill>
                  <a:srgbClr val="2D3436"/>
                </a:solidFill>
                <a:latin typeface="Times New Roman"/>
                <a:cs typeface="Times New Roman"/>
              </a:rPr>
              <a:t>S</a:t>
            </a:r>
            <a:endParaRPr sz="1600">
              <a:latin typeface="Times New Roman"/>
              <a:cs typeface="Times New Roman"/>
            </a:endParaRPr>
          </a:p>
          <a:p>
            <a:pPr marL="12700" marR="4769">
              <a:lnSpc>
                <a:spcPct val="95825"/>
              </a:lnSpc>
              <a:spcBef>
                <a:spcPts val="153"/>
              </a:spcBef>
            </a:pPr>
            <a:r>
              <a:rPr sz="1300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  <a:p>
            <a:pPr marL="12700" marR="4769">
              <a:lnSpc>
                <a:spcPct val="95825"/>
              </a:lnSpc>
              <a:spcBef>
                <a:spcPts val="280"/>
              </a:spcBef>
            </a:pPr>
            <a:r>
              <a:rPr sz="1300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  <a:p>
            <a:pPr marL="12700" marR="4769">
              <a:lnSpc>
                <a:spcPct val="95825"/>
              </a:lnSpc>
              <a:spcBef>
                <a:spcPts val="305"/>
              </a:spcBef>
            </a:pPr>
            <a:r>
              <a:rPr sz="1300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  <a:p>
            <a:pPr marL="12700" marR="4769">
              <a:lnSpc>
                <a:spcPct val="95825"/>
              </a:lnSpc>
              <a:spcBef>
                <a:spcPts val="305"/>
              </a:spcBef>
            </a:pPr>
            <a:r>
              <a:rPr sz="1300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  <a:p>
            <a:pPr marL="12700" marR="4769">
              <a:lnSpc>
                <a:spcPct val="95825"/>
              </a:lnSpc>
              <a:spcBef>
                <a:spcPts val="280"/>
              </a:spcBef>
            </a:pPr>
            <a:r>
              <a:rPr sz="1300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  <a:p>
            <a:pPr marL="12700" marR="4769">
              <a:lnSpc>
                <a:spcPct val="95825"/>
              </a:lnSpc>
              <a:spcBef>
                <a:spcPts val="305"/>
              </a:spcBef>
            </a:pPr>
            <a:r>
              <a:rPr sz="1300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  <a:p>
            <a:pPr marL="12700" marR="4769">
              <a:lnSpc>
                <a:spcPct val="95825"/>
              </a:lnSpc>
              <a:spcBef>
                <a:spcPts val="305"/>
              </a:spcBef>
            </a:pPr>
            <a:r>
              <a:rPr sz="1300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  <a:p>
            <a:pPr marL="12700" marR="4769">
              <a:lnSpc>
                <a:spcPct val="95825"/>
              </a:lnSpc>
              <a:spcBef>
                <a:spcPts val="280"/>
              </a:spcBef>
            </a:pPr>
            <a:r>
              <a:rPr sz="1300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  <a:p>
            <a:pPr marL="12700" marR="4769">
              <a:lnSpc>
                <a:spcPct val="95825"/>
              </a:lnSpc>
              <a:spcBef>
                <a:spcPts val="305"/>
              </a:spcBef>
            </a:pPr>
            <a:r>
              <a:rPr sz="1300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  <a:p>
            <a:pPr marL="12700" marR="4769">
              <a:lnSpc>
                <a:spcPct val="95825"/>
              </a:lnSpc>
              <a:spcBef>
                <a:spcPts val="330"/>
              </a:spcBef>
            </a:pPr>
            <a:r>
              <a:rPr sz="1300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82516" y="2268464"/>
            <a:ext cx="117856" cy="2470404"/>
          </a:xfrm>
          <a:prstGeom prst="rect">
            <a:avLst/>
          </a:prstGeom>
        </p:spPr>
        <p:txBody>
          <a:bodyPr wrap="square" lIns="0" tIns="9048" rIns="0" bIns="0" rtlCol="0">
            <a:noAutofit/>
          </a:bodyPr>
          <a:lstStyle/>
          <a:p>
            <a:pPr marL="12700" marR="0">
              <a:lnSpc>
                <a:spcPts val="1425"/>
              </a:lnSpc>
            </a:pPr>
            <a:r>
              <a:rPr sz="1300" spc="-116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  <a:p>
            <a:pPr marL="12700" marR="0">
              <a:lnSpc>
                <a:spcPct val="95825"/>
              </a:lnSpc>
              <a:spcBef>
                <a:spcPts val="233"/>
              </a:spcBef>
            </a:pPr>
            <a:r>
              <a:rPr sz="1300" spc="-116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  <a:p>
            <a:pPr marL="12700" marR="0">
              <a:lnSpc>
                <a:spcPct val="95825"/>
              </a:lnSpc>
              <a:spcBef>
                <a:spcPts val="280"/>
              </a:spcBef>
            </a:pPr>
            <a:r>
              <a:rPr sz="1300" spc="-116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  <a:p>
            <a:pPr marL="12700" marR="0">
              <a:lnSpc>
                <a:spcPct val="95825"/>
              </a:lnSpc>
              <a:spcBef>
                <a:spcPts val="305"/>
              </a:spcBef>
            </a:pPr>
            <a:r>
              <a:rPr sz="1300" spc="-116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  <a:p>
            <a:pPr marL="12700" marR="0">
              <a:lnSpc>
                <a:spcPct val="95825"/>
              </a:lnSpc>
              <a:spcBef>
                <a:spcPts val="305"/>
              </a:spcBef>
            </a:pPr>
            <a:r>
              <a:rPr sz="1300" spc="-116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  <a:p>
            <a:pPr marL="12700" marR="0">
              <a:lnSpc>
                <a:spcPct val="95825"/>
              </a:lnSpc>
              <a:spcBef>
                <a:spcPts val="280"/>
              </a:spcBef>
            </a:pPr>
            <a:r>
              <a:rPr sz="1300" spc="-116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  <a:p>
            <a:pPr marL="12700" marR="0">
              <a:lnSpc>
                <a:spcPct val="95825"/>
              </a:lnSpc>
              <a:spcBef>
                <a:spcPts val="305"/>
              </a:spcBef>
            </a:pPr>
            <a:r>
              <a:rPr sz="1300" spc="-116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  <a:p>
            <a:pPr marL="12700" marR="0">
              <a:lnSpc>
                <a:spcPct val="95825"/>
              </a:lnSpc>
              <a:spcBef>
                <a:spcPts val="305"/>
              </a:spcBef>
            </a:pPr>
            <a:r>
              <a:rPr sz="1300" spc="-116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  <a:p>
            <a:pPr marL="12700" marR="0">
              <a:lnSpc>
                <a:spcPct val="95825"/>
              </a:lnSpc>
              <a:spcBef>
                <a:spcPts val="280"/>
              </a:spcBef>
            </a:pPr>
            <a:r>
              <a:rPr sz="1300" spc="-116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  <a:p>
            <a:pPr marL="12700" marR="0">
              <a:lnSpc>
                <a:spcPct val="95825"/>
              </a:lnSpc>
              <a:spcBef>
                <a:spcPts val="305"/>
              </a:spcBef>
            </a:pPr>
            <a:r>
              <a:rPr sz="1300" spc="-116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330"/>
              </a:spcBef>
            </a:pPr>
            <a:r>
              <a:rPr sz="1300" spc="-116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43420" y="2268464"/>
            <a:ext cx="121158" cy="2470404"/>
          </a:xfrm>
          <a:prstGeom prst="rect">
            <a:avLst/>
          </a:prstGeom>
        </p:spPr>
        <p:txBody>
          <a:bodyPr wrap="square" lIns="0" tIns="9048" rIns="0" bIns="0" rtlCol="0">
            <a:noAutofit/>
          </a:bodyPr>
          <a:lstStyle/>
          <a:p>
            <a:pPr marL="15747" marR="254">
              <a:lnSpc>
                <a:spcPts val="1425"/>
              </a:lnSpc>
            </a:pPr>
            <a:r>
              <a:rPr sz="1300" spc="-116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  <a:p>
            <a:pPr marL="15747" marR="254">
              <a:lnSpc>
                <a:spcPct val="95825"/>
              </a:lnSpc>
              <a:spcBef>
                <a:spcPts val="233"/>
              </a:spcBef>
            </a:pPr>
            <a:r>
              <a:rPr sz="1300" spc="-116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  <a:p>
            <a:pPr marL="15747" marR="254">
              <a:lnSpc>
                <a:spcPct val="95825"/>
              </a:lnSpc>
              <a:spcBef>
                <a:spcPts val="280"/>
              </a:spcBef>
            </a:pPr>
            <a:r>
              <a:rPr sz="1300" spc="-116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  <a:p>
            <a:pPr marL="15747" marR="254">
              <a:lnSpc>
                <a:spcPct val="95825"/>
              </a:lnSpc>
              <a:spcBef>
                <a:spcPts val="305"/>
              </a:spcBef>
            </a:pPr>
            <a:r>
              <a:rPr sz="1300" spc="-116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  <a:p>
            <a:pPr marL="15747" marR="254">
              <a:lnSpc>
                <a:spcPct val="95825"/>
              </a:lnSpc>
              <a:spcBef>
                <a:spcPts val="305"/>
              </a:spcBef>
            </a:pPr>
            <a:r>
              <a:rPr sz="1300" spc="-116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  <a:p>
            <a:pPr marL="15747" marR="254">
              <a:lnSpc>
                <a:spcPct val="95825"/>
              </a:lnSpc>
              <a:spcBef>
                <a:spcPts val="280"/>
              </a:spcBef>
            </a:pPr>
            <a:r>
              <a:rPr sz="1300" spc="-116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  <a:p>
            <a:pPr marL="15747" marR="254">
              <a:lnSpc>
                <a:spcPct val="95825"/>
              </a:lnSpc>
              <a:spcBef>
                <a:spcPts val="305"/>
              </a:spcBef>
            </a:pPr>
            <a:r>
              <a:rPr sz="1300" spc="-116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305"/>
              </a:spcBef>
            </a:pPr>
            <a:r>
              <a:rPr sz="1300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  <a:p>
            <a:pPr marL="15748" marR="253">
              <a:lnSpc>
                <a:spcPct val="95825"/>
              </a:lnSpc>
              <a:spcBef>
                <a:spcPts val="280"/>
              </a:spcBef>
            </a:pPr>
            <a:r>
              <a:rPr sz="1300" spc="-116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  <a:p>
            <a:pPr marL="15748" marR="253">
              <a:lnSpc>
                <a:spcPct val="95825"/>
              </a:lnSpc>
              <a:spcBef>
                <a:spcPts val="305"/>
              </a:spcBef>
            </a:pPr>
            <a:r>
              <a:rPr sz="1300" spc="-116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  <a:p>
            <a:pPr marL="15748" marR="253">
              <a:lnSpc>
                <a:spcPct val="95825"/>
              </a:lnSpc>
              <a:spcBef>
                <a:spcPts val="330"/>
              </a:spcBef>
            </a:pPr>
            <a:r>
              <a:rPr sz="1300" spc="-116" dirty="0">
                <a:solidFill>
                  <a:srgbClr val="2D3436"/>
                </a:solidFill>
                <a:latin typeface="Times New Roman"/>
                <a:cs typeface="Times New Roman"/>
              </a:rPr>
              <a:t>$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71236" y="2278683"/>
            <a:ext cx="340868" cy="2457704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8795" marR="0">
              <a:lnSpc>
                <a:spcPts val="1325"/>
              </a:lnSpc>
            </a:pPr>
            <a:r>
              <a:rPr sz="1200" spc="38" dirty="0">
                <a:solidFill>
                  <a:srgbClr val="2D3436"/>
                </a:solidFill>
                <a:latin typeface="Times New Roman"/>
                <a:cs typeface="Times New Roman"/>
              </a:rPr>
              <a:t>3.00</a:t>
            </a:r>
            <a:endParaRPr sz="1200">
              <a:latin typeface="Times New Roman"/>
              <a:cs typeface="Times New Roman"/>
            </a:endParaRPr>
          </a:p>
          <a:p>
            <a:pPr marL="18795" marR="0">
              <a:lnSpc>
                <a:spcPct val="95825"/>
              </a:lnSpc>
              <a:spcBef>
                <a:spcPts val="353"/>
              </a:spcBef>
            </a:pPr>
            <a:r>
              <a:rPr sz="1200" spc="38" dirty="0">
                <a:solidFill>
                  <a:srgbClr val="2D3436"/>
                </a:solidFill>
                <a:latin typeface="Times New Roman"/>
                <a:cs typeface="Times New Roman"/>
              </a:rPr>
              <a:t>3.00</a:t>
            </a:r>
            <a:endParaRPr sz="1200">
              <a:latin typeface="Times New Roman"/>
              <a:cs typeface="Times New Roman"/>
            </a:endParaRPr>
          </a:p>
          <a:p>
            <a:pPr marL="18795" marR="0">
              <a:lnSpc>
                <a:spcPct val="95825"/>
              </a:lnSpc>
              <a:spcBef>
                <a:spcPts val="395"/>
              </a:spcBef>
            </a:pPr>
            <a:r>
              <a:rPr sz="1200" spc="38" dirty="0">
                <a:solidFill>
                  <a:srgbClr val="2D3436"/>
                </a:solidFill>
                <a:latin typeface="Times New Roman"/>
                <a:cs typeface="Times New Roman"/>
              </a:rPr>
              <a:t>3.00</a:t>
            </a:r>
            <a:endParaRPr sz="1200">
              <a:latin typeface="Times New Roman"/>
              <a:cs typeface="Times New Roman"/>
            </a:endParaRPr>
          </a:p>
          <a:p>
            <a:pPr marL="18795" marR="0">
              <a:lnSpc>
                <a:spcPct val="95825"/>
              </a:lnSpc>
              <a:spcBef>
                <a:spcPts val="420"/>
              </a:spcBef>
            </a:pPr>
            <a:r>
              <a:rPr sz="1200" spc="38" dirty="0">
                <a:solidFill>
                  <a:srgbClr val="2D3436"/>
                </a:solidFill>
                <a:latin typeface="Times New Roman"/>
                <a:cs typeface="Times New Roman"/>
              </a:rPr>
              <a:t>3.00</a:t>
            </a:r>
            <a:endParaRPr sz="1200">
              <a:latin typeface="Times New Roman"/>
              <a:cs typeface="Times New Roman"/>
            </a:endParaRPr>
          </a:p>
          <a:p>
            <a:pPr marL="18795" marR="0">
              <a:lnSpc>
                <a:spcPct val="95825"/>
              </a:lnSpc>
              <a:spcBef>
                <a:spcPts val="420"/>
              </a:spcBef>
            </a:pPr>
            <a:r>
              <a:rPr sz="1200" spc="38" dirty="0">
                <a:solidFill>
                  <a:srgbClr val="2D3436"/>
                </a:solidFill>
                <a:latin typeface="Times New Roman"/>
                <a:cs typeface="Times New Roman"/>
              </a:rPr>
              <a:t>3.00</a:t>
            </a:r>
            <a:endParaRPr sz="1200">
              <a:latin typeface="Times New Roman"/>
              <a:cs typeface="Times New Roman"/>
            </a:endParaRPr>
          </a:p>
          <a:p>
            <a:pPr marL="18795" marR="0">
              <a:lnSpc>
                <a:spcPct val="95825"/>
              </a:lnSpc>
              <a:spcBef>
                <a:spcPts val="395"/>
              </a:spcBef>
            </a:pPr>
            <a:r>
              <a:rPr sz="1200" spc="38" dirty="0">
                <a:solidFill>
                  <a:srgbClr val="2D3436"/>
                </a:solidFill>
                <a:latin typeface="Times New Roman"/>
                <a:cs typeface="Times New Roman"/>
              </a:rPr>
              <a:t>3.00</a:t>
            </a:r>
            <a:endParaRPr sz="1200">
              <a:latin typeface="Times New Roman"/>
              <a:cs typeface="Times New Roman"/>
            </a:endParaRPr>
          </a:p>
          <a:p>
            <a:pPr marL="18795" marR="0">
              <a:lnSpc>
                <a:spcPct val="95825"/>
              </a:lnSpc>
              <a:spcBef>
                <a:spcPts val="420"/>
              </a:spcBef>
            </a:pPr>
            <a:r>
              <a:rPr sz="1200" spc="38" dirty="0">
                <a:solidFill>
                  <a:srgbClr val="2D3436"/>
                </a:solidFill>
                <a:latin typeface="Times New Roman"/>
                <a:cs typeface="Times New Roman"/>
              </a:rPr>
              <a:t>5.00</a:t>
            </a:r>
            <a:endParaRPr sz="1200">
              <a:latin typeface="Times New Roman"/>
              <a:cs typeface="Times New Roman"/>
            </a:endParaRPr>
          </a:p>
          <a:p>
            <a:pPr marL="18795" marR="0">
              <a:lnSpc>
                <a:spcPct val="95825"/>
              </a:lnSpc>
              <a:spcBef>
                <a:spcPts val="420"/>
              </a:spcBef>
            </a:pPr>
            <a:r>
              <a:rPr sz="1200" spc="38" dirty="0">
                <a:solidFill>
                  <a:srgbClr val="2D3436"/>
                </a:solidFill>
                <a:latin typeface="Times New Roman"/>
                <a:cs typeface="Times New Roman"/>
              </a:rPr>
              <a:t>5.00</a:t>
            </a:r>
            <a:endParaRPr sz="1200">
              <a:latin typeface="Times New Roman"/>
              <a:cs typeface="Times New Roman"/>
            </a:endParaRPr>
          </a:p>
          <a:p>
            <a:pPr marL="18795" marR="0">
              <a:lnSpc>
                <a:spcPct val="95825"/>
              </a:lnSpc>
              <a:spcBef>
                <a:spcPts val="395"/>
              </a:spcBef>
            </a:pPr>
            <a:r>
              <a:rPr sz="1200" spc="38" dirty="0">
                <a:solidFill>
                  <a:srgbClr val="2D3436"/>
                </a:solidFill>
                <a:latin typeface="Times New Roman"/>
                <a:cs typeface="Times New Roman"/>
              </a:rPr>
              <a:t>5.00</a:t>
            </a:r>
            <a:endParaRPr sz="1200">
              <a:latin typeface="Times New Roman"/>
              <a:cs typeface="Times New Roman"/>
            </a:endParaRPr>
          </a:p>
          <a:p>
            <a:pPr marL="18795" marR="0">
              <a:lnSpc>
                <a:spcPct val="95825"/>
              </a:lnSpc>
              <a:spcBef>
                <a:spcPts val="420"/>
              </a:spcBef>
            </a:pPr>
            <a:r>
              <a:rPr sz="1200" spc="38" dirty="0">
                <a:solidFill>
                  <a:srgbClr val="2D3436"/>
                </a:solidFill>
                <a:latin typeface="Times New Roman"/>
                <a:cs typeface="Times New Roman"/>
              </a:rPr>
              <a:t>5.00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445"/>
              </a:spcBef>
            </a:pPr>
            <a:r>
              <a:rPr sz="1200" spc="50" dirty="0">
                <a:solidFill>
                  <a:srgbClr val="2D3436"/>
                </a:solidFill>
                <a:latin typeface="Times New Roman"/>
                <a:cs typeface="Times New Roman"/>
              </a:rPr>
              <a:t>4.99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09436" y="2278683"/>
            <a:ext cx="497078" cy="2457704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73913" marR="0" algn="ctr">
              <a:lnSpc>
                <a:spcPts val="1325"/>
              </a:lnSpc>
            </a:pPr>
            <a:r>
              <a:rPr sz="1200" spc="50" dirty="0">
                <a:solidFill>
                  <a:srgbClr val="2D3436"/>
                </a:solidFill>
                <a:latin typeface="Times New Roman"/>
                <a:cs typeface="Times New Roman"/>
              </a:rPr>
              <a:t>20.00</a:t>
            </a:r>
            <a:endParaRPr sz="1200">
              <a:latin typeface="Times New Roman"/>
              <a:cs typeface="Times New Roman"/>
            </a:endParaRPr>
          </a:p>
          <a:p>
            <a:pPr marL="73913" marR="0" algn="ctr">
              <a:lnSpc>
                <a:spcPct val="95825"/>
              </a:lnSpc>
              <a:spcBef>
                <a:spcPts val="353"/>
              </a:spcBef>
            </a:pPr>
            <a:r>
              <a:rPr sz="1200" spc="50" dirty="0">
                <a:solidFill>
                  <a:srgbClr val="2D3436"/>
                </a:solidFill>
                <a:latin typeface="Times New Roman"/>
                <a:cs typeface="Times New Roman"/>
              </a:rPr>
              <a:t>20.00</a:t>
            </a:r>
            <a:endParaRPr sz="1200">
              <a:latin typeface="Times New Roman"/>
              <a:cs typeface="Times New Roman"/>
            </a:endParaRPr>
          </a:p>
          <a:p>
            <a:pPr marL="83057" marR="0" algn="ctr">
              <a:lnSpc>
                <a:spcPct val="95825"/>
              </a:lnSpc>
              <a:spcBef>
                <a:spcPts val="395"/>
              </a:spcBef>
            </a:pPr>
            <a:r>
              <a:rPr sz="1200" spc="35" dirty="0">
                <a:solidFill>
                  <a:srgbClr val="2D3436"/>
                </a:solidFill>
                <a:latin typeface="Times New Roman"/>
                <a:cs typeface="Times New Roman"/>
              </a:rPr>
              <a:t>15.00</a:t>
            </a:r>
            <a:endParaRPr sz="1200">
              <a:latin typeface="Times New Roman"/>
              <a:cs typeface="Times New Roman"/>
            </a:endParaRPr>
          </a:p>
          <a:p>
            <a:pPr marL="83057" marR="0" algn="ctr">
              <a:lnSpc>
                <a:spcPct val="95825"/>
              </a:lnSpc>
              <a:spcBef>
                <a:spcPts val="420"/>
              </a:spcBef>
            </a:pPr>
            <a:r>
              <a:rPr sz="1200" spc="35" dirty="0">
                <a:solidFill>
                  <a:srgbClr val="2D3436"/>
                </a:solidFill>
                <a:latin typeface="Times New Roman"/>
                <a:cs typeface="Times New Roman"/>
              </a:rPr>
              <a:t>15</a:t>
            </a:r>
            <a:r>
              <a:rPr sz="1200" spc="35" dirty="0">
                <a:solidFill>
                  <a:srgbClr val="424D49"/>
                </a:solidFill>
                <a:latin typeface="Times New Roman"/>
                <a:cs typeface="Times New Roman"/>
              </a:rPr>
              <a:t>.</a:t>
            </a:r>
            <a:r>
              <a:rPr sz="1200" spc="35" dirty="0">
                <a:solidFill>
                  <a:srgbClr val="2D3436"/>
                </a:solidFill>
                <a:latin typeface="Times New Roman"/>
                <a:cs typeface="Times New Roman"/>
              </a:rPr>
              <a:t>00</a:t>
            </a:r>
            <a:endParaRPr sz="1200">
              <a:latin typeface="Times New Roman"/>
              <a:cs typeface="Times New Roman"/>
            </a:endParaRPr>
          </a:p>
          <a:p>
            <a:pPr marL="83057" marR="0" algn="ctr">
              <a:lnSpc>
                <a:spcPct val="95825"/>
              </a:lnSpc>
              <a:spcBef>
                <a:spcPts val="420"/>
              </a:spcBef>
            </a:pPr>
            <a:r>
              <a:rPr sz="1200" spc="35" dirty="0">
                <a:solidFill>
                  <a:srgbClr val="2D3436"/>
                </a:solidFill>
                <a:latin typeface="Times New Roman"/>
                <a:cs typeface="Times New Roman"/>
              </a:rPr>
              <a:t>15.00</a:t>
            </a:r>
            <a:endParaRPr sz="1200">
              <a:latin typeface="Times New Roman"/>
              <a:cs typeface="Times New Roman"/>
            </a:endParaRPr>
          </a:p>
          <a:p>
            <a:pPr marR="0" algn="ctr">
              <a:lnSpc>
                <a:spcPct val="95825"/>
              </a:lnSpc>
              <a:spcBef>
                <a:spcPts val="395"/>
              </a:spcBef>
            </a:pPr>
            <a:r>
              <a:rPr sz="1200" spc="53" dirty="0">
                <a:solidFill>
                  <a:srgbClr val="2D3436"/>
                </a:solidFill>
                <a:latin typeface="Times New Roman"/>
                <a:cs typeface="Times New Roman"/>
              </a:rPr>
              <a:t>350.00</a:t>
            </a:r>
            <a:endParaRPr sz="1200">
              <a:latin typeface="Times New Roman"/>
              <a:cs typeface="Times New Roman"/>
            </a:endParaRPr>
          </a:p>
          <a:p>
            <a:pPr marL="83058" marR="0" algn="ctr">
              <a:lnSpc>
                <a:spcPct val="95825"/>
              </a:lnSpc>
              <a:spcBef>
                <a:spcPts val="420"/>
              </a:spcBef>
            </a:pPr>
            <a:r>
              <a:rPr sz="1200" spc="35" dirty="0">
                <a:solidFill>
                  <a:srgbClr val="2D3436"/>
                </a:solidFill>
                <a:latin typeface="Times New Roman"/>
                <a:cs typeface="Times New Roman"/>
              </a:rPr>
              <a:t>15.00</a:t>
            </a:r>
            <a:endParaRPr sz="1200">
              <a:latin typeface="Times New Roman"/>
              <a:cs typeface="Times New Roman"/>
            </a:endParaRPr>
          </a:p>
          <a:p>
            <a:pPr marL="83058" marR="0" algn="ctr">
              <a:lnSpc>
                <a:spcPct val="95825"/>
              </a:lnSpc>
              <a:spcBef>
                <a:spcPts val="420"/>
              </a:spcBef>
            </a:pPr>
            <a:r>
              <a:rPr sz="1200" spc="35" dirty="0">
                <a:solidFill>
                  <a:srgbClr val="2D3436"/>
                </a:solidFill>
                <a:latin typeface="Times New Roman"/>
                <a:cs typeface="Times New Roman"/>
              </a:rPr>
              <a:t>12.00</a:t>
            </a:r>
            <a:endParaRPr sz="1200">
              <a:latin typeface="Times New Roman"/>
              <a:cs typeface="Times New Roman"/>
            </a:endParaRPr>
          </a:p>
          <a:p>
            <a:pPr marL="73914" marR="0" algn="ctr">
              <a:lnSpc>
                <a:spcPct val="95825"/>
              </a:lnSpc>
              <a:spcBef>
                <a:spcPts val="395"/>
              </a:spcBef>
            </a:pPr>
            <a:r>
              <a:rPr sz="1200" spc="50" dirty="0">
                <a:solidFill>
                  <a:srgbClr val="2D3436"/>
                </a:solidFill>
                <a:latin typeface="Times New Roman"/>
                <a:cs typeface="Times New Roman"/>
              </a:rPr>
              <a:t>20</a:t>
            </a:r>
            <a:r>
              <a:rPr sz="1200" spc="50" dirty="0">
                <a:solidFill>
                  <a:srgbClr val="1C281C"/>
                </a:solidFill>
                <a:latin typeface="Times New Roman"/>
                <a:cs typeface="Times New Roman"/>
              </a:rPr>
              <a:t>.</a:t>
            </a:r>
            <a:r>
              <a:rPr sz="1200" spc="50" dirty="0">
                <a:solidFill>
                  <a:srgbClr val="2D3436"/>
                </a:solidFill>
                <a:latin typeface="Times New Roman"/>
                <a:cs typeface="Times New Roman"/>
              </a:rPr>
              <a:t>00</a:t>
            </a:r>
            <a:endParaRPr sz="1200">
              <a:latin typeface="Times New Roman"/>
              <a:cs typeface="Times New Roman"/>
            </a:endParaRPr>
          </a:p>
          <a:p>
            <a:pPr marL="83058" marR="0" algn="ctr">
              <a:lnSpc>
                <a:spcPct val="95825"/>
              </a:lnSpc>
              <a:spcBef>
                <a:spcPts val="420"/>
              </a:spcBef>
            </a:pPr>
            <a:r>
              <a:rPr sz="1200" spc="35" dirty="0">
                <a:solidFill>
                  <a:srgbClr val="2D3436"/>
                </a:solidFill>
                <a:latin typeface="Times New Roman"/>
                <a:cs typeface="Times New Roman"/>
              </a:rPr>
              <a:t>12.00</a:t>
            </a:r>
            <a:endParaRPr sz="1200">
              <a:latin typeface="Times New Roman"/>
              <a:cs typeface="Times New Roman"/>
            </a:endParaRPr>
          </a:p>
          <a:p>
            <a:pPr marL="83058" algn="ctr">
              <a:lnSpc>
                <a:spcPct val="95825"/>
              </a:lnSpc>
              <a:spcBef>
                <a:spcPts val="445"/>
              </a:spcBef>
            </a:pPr>
            <a:r>
              <a:rPr sz="1200" spc="35" dirty="0">
                <a:solidFill>
                  <a:srgbClr val="2D3436"/>
                </a:solidFill>
                <a:latin typeface="Times New Roman"/>
                <a:cs typeface="Times New Roman"/>
              </a:rPr>
              <a:t>11.00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26300" y="2278683"/>
            <a:ext cx="878078" cy="2457704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70865" marR="88392" algn="ctr">
              <a:lnSpc>
                <a:spcPts val="1325"/>
              </a:lnSpc>
            </a:pPr>
            <a:r>
              <a:rPr sz="1200" spc="53" dirty="0">
                <a:solidFill>
                  <a:srgbClr val="2D3436"/>
                </a:solidFill>
                <a:latin typeface="Times New Roman"/>
                <a:cs typeface="Times New Roman"/>
              </a:rPr>
              <a:t>32,370.00</a:t>
            </a:r>
            <a:endParaRPr sz="1200">
              <a:latin typeface="Times New Roman"/>
              <a:cs typeface="Times New Roman"/>
            </a:endParaRPr>
          </a:p>
          <a:p>
            <a:pPr marL="73913" marR="88392" algn="ctr">
              <a:lnSpc>
                <a:spcPct val="95825"/>
              </a:lnSpc>
              <a:spcBef>
                <a:spcPts val="353"/>
              </a:spcBef>
            </a:pPr>
            <a:r>
              <a:rPr sz="1200" spc="50" dirty="0">
                <a:solidFill>
                  <a:srgbClr val="2D3436"/>
                </a:solidFill>
                <a:latin typeface="Times New Roman"/>
                <a:cs typeface="Times New Roman"/>
              </a:rPr>
              <a:t>26</a:t>
            </a:r>
            <a:r>
              <a:rPr sz="1200" spc="50" dirty="0">
                <a:solidFill>
                  <a:srgbClr val="424D49"/>
                </a:solidFill>
                <a:latin typeface="Times New Roman"/>
                <a:cs typeface="Times New Roman"/>
              </a:rPr>
              <a:t>,</a:t>
            </a:r>
            <a:r>
              <a:rPr sz="1200" spc="50" dirty="0">
                <a:solidFill>
                  <a:srgbClr val="2D3436"/>
                </a:solidFill>
                <a:latin typeface="Times New Roman"/>
                <a:cs typeface="Times New Roman"/>
              </a:rPr>
              <a:t>420.00</a:t>
            </a:r>
            <a:endParaRPr sz="1200">
              <a:latin typeface="Times New Roman"/>
              <a:cs typeface="Times New Roman"/>
            </a:endParaRPr>
          </a:p>
          <a:p>
            <a:pPr marL="70865" marR="88392" algn="ctr">
              <a:lnSpc>
                <a:spcPct val="95825"/>
              </a:lnSpc>
              <a:spcBef>
                <a:spcPts val="395"/>
              </a:spcBef>
            </a:pPr>
            <a:r>
              <a:rPr sz="1200" spc="53" dirty="0">
                <a:solidFill>
                  <a:srgbClr val="2D3436"/>
                </a:solidFill>
                <a:latin typeface="Times New Roman"/>
                <a:cs typeface="Times New Roman"/>
              </a:rPr>
              <a:t>32,670.00</a:t>
            </a:r>
            <a:endParaRPr sz="1200">
              <a:latin typeface="Times New Roman"/>
              <a:cs typeface="Times New Roman"/>
            </a:endParaRPr>
          </a:p>
          <a:p>
            <a:pPr marL="80009" marR="88392" algn="ctr">
              <a:lnSpc>
                <a:spcPct val="95825"/>
              </a:lnSpc>
              <a:spcBef>
                <a:spcPts val="420"/>
              </a:spcBef>
            </a:pPr>
            <a:r>
              <a:rPr sz="1200" spc="45" dirty="0">
                <a:solidFill>
                  <a:srgbClr val="2D3436"/>
                </a:solidFill>
                <a:latin typeface="Times New Roman"/>
                <a:cs typeface="Times New Roman"/>
              </a:rPr>
              <a:t>13</a:t>
            </a:r>
            <a:r>
              <a:rPr sz="1200" spc="45" dirty="0">
                <a:solidFill>
                  <a:srgbClr val="424D49"/>
                </a:solidFill>
                <a:latin typeface="Times New Roman"/>
                <a:cs typeface="Times New Roman"/>
              </a:rPr>
              <a:t>,</a:t>
            </a:r>
            <a:r>
              <a:rPr sz="1200" spc="45" dirty="0">
                <a:solidFill>
                  <a:srgbClr val="2D3436"/>
                </a:solidFill>
                <a:latin typeface="Times New Roman"/>
                <a:cs typeface="Times New Roman"/>
              </a:rPr>
              <a:t>320.00</a:t>
            </a:r>
            <a:endParaRPr sz="1200">
              <a:latin typeface="Times New Roman"/>
              <a:cs typeface="Times New Roman"/>
            </a:endParaRPr>
          </a:p>
          <a:p>
            <a:pPr marL="73913" marR="88392" algn="ctr">
              <a:lnSpc>
                <a:spcPct val="95825"/>
              </a:lnSpc>
              <a:spcBef>
                <a:spcPts val="420"/>
              </a:spcBef>
            </a:pPr>
            <a:r>
              <a:rPr sz="1200" spc="50" dirty="0">
                <a:solidFill>
                  <a:srgbClr val="2D3436"/>
                </a:solidFill>
                <a:latin typeface="Times New Roman"/>
                <a:cs typeface="Times New Roman"/>
              </a:rPr>
              <a:t>37,050.00</a:t>
            </a:r>
            <a:endParaRPr sz="1200">
              <a:latin typeface="Times New Roman"/>
              <a:cs typeface="Times New Roman"/>
            </a:endParaRPr>
          </a:p>
          <a:p>
            <a:pPr marR="88392" algn="ctr">
              <a:lnSpc>
                <a:spcPct val="95825"/>
              </a:lnSpc>
              <a:spcBef>
                <a:spcPts val="395"/>
              </a:spcBef>
            </a:pPr>
            <a:r>
              <a:rPr sz="1200" spc="52" dirty="0">
                <a:solidFill>
                  <a:srgbClr val="2D3436"/>
                </a:solidFill>
                <a:latin typeface="Times New Roman"/>
                <a:cs typeface="Times New Roman"/>
              </a:rPr>
              <a:t>529</a:t>
            </a:r>
            <a:r>
              <a:rPr sz="1200" spc="52" dirty="0">
                <a:solidFill>
                  <a:srgbClr val="424D49"/>
                </a:solidFill>
                <a:latin typeface="Times New Roman"/>
                <a:cs typeface="Times New Roman"/>
              </a:rPr>
              <a:t>,</a:t>
            </a:r>
            <a:r>
              <a:rPr sz="1200" spc="52" dirty="0">
                <a:solidFill>
                  <a:srgbClr val="2D3436"/>
                </a:solidFill>
                <a:latin typeface="Times New Roman"/>
                <a:cs typeface="Times New Roman"/>
              </a:rPr>
              <a:t>550.00</a:t>
            </a:r>
            <a:endParaRPr sz="1200">
              <a:latin typeface="Times New Roman"/>
              <a:cs typeface="Times New Roman"/>
            </a:endParaRPr>
          </a:p>
          <a:p>
            <a:pPr marL="80010" marR="88392" algn="ctr">
              <a:lnSpc>
                <a:spcPct val="95825"/>
              </a:lnSpc>
              <a:spcBef>
                <a:spcPts val="420"/>
              </a:spcBef>
            </a:pPr>
            <a:r>
              <a:rPr sz="1200" spc="45" dirty="0">
                <a:solidFill>
                  <a:srgbClr val="2D3436"/>
                </a:solidFill>
                <a:latin typeface="Times New Roman"/>
                <a:cs typeface="Times New Roman"/>
              </a:rPr>
              <a:t>13</a:t>
            </a:r>
            <a:r>
              <a:rPr sz="1200" spc="45" dirty="0">
                <a:solidFill>
                  <a:srgbClr val="424D49"/>
                </a:solidFill>
                <a:latin typeface="Times New Roman"/>
                <a:cs typeface="Times New Roman"/>
              </a:rPr>
              <a:t>,</a:t>
            </a:r>
            <a:r>
              <a:rPr sz="1200" spc="45" dirty="0">
                <a:solidFill>
                  <a:srgbClr val="2D3436"/>
                </a:solidFill>
                <a:latin typeface="Times New Roman"/>
                <a:cs typeface="Times New Roman"/>
              </a:rPr>
              <a:t>815.00</a:t>
            </a:r>
            <a:endParaRPr sz="1200">
              <a:latin typeface="Times New Roman"/>
              <a:cs typeface="Times New Roman"/>
            </a:endParaRPr>
          </a:p>
          <a:p>
            <a:pPr marL="73914" marR="88392" algn="ctr">
              <a:lnSpc>
                <a:spcPct val="95825"/>
              </a:lnSpc>
              <a:spcBef>
                <a:spcPts val="420"/>
              </a:spcBef>
            </a:pPr>
            <a:r>
              <a:rPr sz="1200" spc="50" dirty="0">
                <a:solidFill>
                  <a:srgbClr val="2D3436"/>
                </a:solidFill>
                <a:latin typeface="Times New Roman"/>
                <a:cs typeface="Times New Roman"/>
              </a:rPr>
              <a:t>30,216.00</a:t>
            </a:r>
            <a:endParaRPr sz="1200">
              <a:latin typeface="Times New Roman"/>
              <a:cs typeface="Times New Roman"/>
            </a:endParaRPr>
          </a:p>
          <a:p>
            <a:pPr marL="70866" marR="88392" algn="ctr">
              <a:lnSpc>
                <a:spcPct val="95825"/>
              </a:lnSpc>
              <a:spcBef>
                <a:spcPts val="395"/>
              </a:spcBef>
            </a:pPr>
            <a:r>
              <a:rPr sz="1200" spc="53" dirty="0">
                <a:solidFill>
                  <a:srgbClr val="2D3436"/>
                </a:solidFill>
                <a:latin typeface="Times New Roman"/>
                <a:cs typeface="Times New Roman"/>
              </a:rPr>
              <a:t>37,980.00</a:t>
            </a:r>
            <a:endParaRPr sz="1200">
              <a:latin typeface="Times New Roman"/>
              <a:cs typeface="Times New Roman"/>
            </a:endParaRPr>
          </a:p>
          <a:p>
            <a:pPr marL="76962" marR="88392" algn="ctr">
              <a:lnSpc>
                <a:spcPct val="95825"/>
              </a:lnSpc>
              <a:spcBef>
                <a:spcPts val="420"/>
              </a:spcBef>
            </a:pPr>
            <a:r>
              <a:rPr sz="1200" spc="47" dirty="0">
                <a:solidFill>
                  <a:srgbClr val="2D3436"/>
                </a:solidFill>
                <a:latin typeface="Times New Roman"/>
                <a:cs typeface="Times New Roman"/>
              </a:rPr>
              <a:t>18</a:t>
            </a:r>
            <a:r>
              <a:rPr sz="1200" spc="47" dirty="0">
                <a:solidFill>
                  <a:srgbClr val="424D49"/>
                </a:solidFill>
                <a:latin typeface="Times New Roman"/>
                <a:cs typeface="Times New Roman"/>
              </a:rPr>
              <a:t>,</a:t>
            </a:r>
            <a:r>
              <a:rPr sz="1200" spc="47" dirty="0">
                <a:solidFill>
                  <a:srgbClr val="2D3436"/>
                </a:solidFill>
                <a:latin typeface="Times New Roman"/>
                <a:cs typeface="Times New Roman"/>
              </a:rPr>
              <a:t>540.00</a:t>
            </a: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95825"/>
              </a:lnSpc>
              <a:spcBef>
                <a:spcPts val="445"/>
              </a:spcBef>
            </a:pPr>
            <a:r>
              <a:rPr sz="1200" spc="41" dirty="0">
                <a:solidFill>
                  <a:srgbClr val="2D3436"/>
                </a:solidFill>
                <a:latin typeface="Times New Roman"/>
                <a:cs typeface="Times New Roman"/>
              </a:rPr>
              <a:t>250,000.00 </a:t>
            </a:r>
            <a:r>
              <a:rPr sz="1200" spc="41" dirty="0">
                <a:solidFill>
                  <a:srgbClr val="567293"/>
                </a:solidFill>
                <a:latin typeface="Times New Roman"/>
                <a:cs typeface="Times New Roman"/>
              </a:rPr>
              <a:t>•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77860" y="2882187"/>
            <a:ext cx="606806" cy="400304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algn="ctr">
              <a:lnSpc>
                <a:spcPts val="1325"/>
              </a:lnSpc>
            </a:pPr>
            <a:r>
              <a:rPr sz="1200" spc="44" dirty="0">
                <a:solidFill>
                  <a:srgbClr val="C4EBF6"/>
                </a:solidFill>
                <a:latin typeface="Times New Roman"/>
                <a:cs typeface="Times New Roman"/>
              </a:rPr>
              <a:t>Training</a:t>
            </a:r>
            <a:endParaRPr sz="1200">
              <a:latin typeface="Times New Roman"/>
              <a:cs typeface="Times New Roman"/>
            </a:endParaRPr>
          </a:p>
          <a:p>
            <a:pPr marL="119634" marR="131629" algn="ctr">
              <a:lnSpc>
                <a:spcPct val="95825"/>
              </a:lnSpc>
              <a:spcBef>
                <a:spcPts val="303"/>
              </a:spcBef>
            </a:pPr>
            <a:r>
              <a:rPr sz="1200" spc="38" dirty="0">
                <a:solidFill>
                  <a:srgbClr val="C4EBF6"/>
                </a:solidFill>
                <a:latin typeface="Times New Roman"/>
                <a:cs typeface="Times New Roman"/>
              </a:rPr>
              <a:t>Data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402828" y="4080051"/>
            <a:ext cx="352494" cy="397256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 marR="8656">
              <a:lnSpc>
                <a:spcPts val="1325"/>
              </a:lnSpc>
            </a:pPr>
            <a:r>
              <a:rPr sz="1200" spc="64" dirty="0">
                <a:solidFill>
                  <a:srgbClr val="C4EBF6"/>
                </a:solidFill>
                <a:latin typeface="Times New Roman"/>
                <a:cs typeface="Times New Roman"/>
              </a:rPr>
              <a:t>Test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278"/>
              </a:spcBef>
            </a:pPr>
            <a:r>
              <a:rPr sz="1200" spc="31" dirty="0">
                <a:solidFill>
                  <a:srgbClr val="C4EBF6"/>
                </a:solidFill>
                <a:latin typeface="Times New Roman"/>
                <a:cs typeface="Times New Roman"/>
              </a:rPr>
              <a:t>Data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bject 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3145028" y="435982"/>
            <a:ext cx="2917578" cy="457200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12700">
              <a:lnSpc>
                <a:spcPts val="3575"/>
              </a:lnSpc>
            </a:pPr>
            <a:r>
              <a:rPr sz="3400" b="1" spc="-414" dirty="0">
                <a:solidFill>
                  <a:srgbClr val="EF6B00"/>
                </a:solidFill>
                <a:latin typeface="Arial"/>
                <a:cs typeface="Arial"/>
              </a:rPr>
              <a:t>Machine Learning</a:t>
            </a:r>
            <a:endParaRPr sz="3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322068" y="1382859"/>
            <a:ext cx="915530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b="1" spc="10" dirty="0">
                <a:solidFill>
                  <a:srgbClr val="1D1D1D"/>
                </a:solidFill>
                <a:latin typeface="Arial"/>
                <a:cs typeface="Arial"/>
              </a:rPr>
              <a:t>sepal</a:t>
            </a:r>
            <a:r>
              <a:rPr sz="1100" b="1" spc="10" dirty="0">
                <a:solidFill>
                  <a:srgbClr val="757575"/>
                </a:solidFill>
                <a:latin typeface="Arial"/>
                <a:cs typeface="Arial"/>
              </a:rPr>
              <a:t>_</a:t>
            </a:r>
            <a:r>
              <a:rPr sz="1100" b="1" spc="10" dirty="0">
                <a:solidFill>
                  <a:srgbClr val="1D1D1D"/>
                </a:solidFill>
                <a:latin typeface="Arial"/>
                <a:cs typeface="Arial"/>
              </a:rPr>
              <a:t>length</a:t>
            </a:r>
            <a:endParaRPr sz="11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361436" y="1382859"/>
            <a:ext cx="863222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b="1" spc="13" dirty="0">
                <a:solidFill>
                  <a:srgbClr val="1D1D1D"/>
                </a:solidFill>
                <a:latin typeface="Arial"/>
                <a:cs typeface="Arial"/>
              </a:rPr>
              <a:t>sepal</a:t>
            </a:r>
            <a:r>
              <a:rPr sz="1100" b="1" spc="13" dirty="0">
                <a:solidFill>
                  <a:srgbClr val="757575"/>
                </a:solidFill>
                <a:latin typeface="Arial"/>
                <a:cs typeface="Arial"/>
              </a:rPr>
              <a:t>_</a:t>
            </a:r>
            <a:r>
              <a:rPr sz="1100" b="1" spc="13" dirty="0">
                <a:solidFill>
                  <a:srgbClr val="1D1D1D"/>
                </a:solidFill>
                <a:latin typeface="Arial"/>
                <a:cs typeface="Arial"/>
              </a:rPr>
              <a:t>width</a:t>
            </a:r>
            <a:endParaRPr sz="11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348988" y="1382859"/>
            <a:ext cx="885050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b="1" spc="10" dirty="0">
                <a:solidFill>
                  <a:srgbClr val="1D1D1D"/>
                </a:solidFill>
                <a:latin typeface="Arial"/>
                <a:cs typeface="Arial"/>
              </a:rPr>
              <a:t>petal</a:t>
            </a:r>
            <a:r>
              <a:rPr sz="1100" b="1" spc="10" dirty="0">
                <a:solidFill>
                  <a:srgbClr val="757575"/>
                </a:solidFill>
                <a:latin typeface="Arial"/>
                <a:cs typeface="Arial"/>
              </a:rPr>
              <a:t>_</a:t>
            </a:r>
            <a:r>
              <a:rPr sz="1100" b="1" spc="10" dirty="0">
                <a:solidFill>
                  <a:srgbClr val="1D1D1D"/>
                </a:solidFill>
                <a:latin typeface="Arial"/>
                <a:cs typeface="Arial"/>
              </a:rPr>
              <a:t>length</a:t>
            </a:r>
            <a:endParaRPr sz="11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348732" y="1382859"/>
            <a:ext cx="836282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b="1" spc="15" dirty="0">
                <a:solidFill>
                  <a:srgbClr val="1D1D1D"/>
                </a:solidFill>
                <a:latin typeface="Arial"/>
                <a:cs typeface="Arial"/>
              </a:rPr>
              <a:t>petal</a:t>
            </a:r>
            <a:r>
              <a:rPr sz="1100" b="1" spc="15" dirty="0">
                <a:solidFill>
                  <a:srgbClr val="757575"/>
                </a:solidFill>
                <a:latin typeface="Arial"/>
                <a:cs typeface="Arial"/>
              </a:rPr>
              <a:t>_</a:t>
            </a:r>
            <a:r>
              <a:rPr sz="1100" b="1" spc="15" dirty="0">
                <a:solidFill>
                  <a:srgbClr val="1D1D1D"/>
                </a:solidFill>
                <a:latin typeface="Arial"/>
                <a:cs typeface="Arial"/>
              </a:rPr>
              <a:t>width</a:t>
            </a:r>
            <a:endParaRPr sz="11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308852" y="1382859"/>
            <a:ext cx="574355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b="1" spc="17" dirty="0">
                <a:solidFill>
                  <a:srgbClr val="1D1D1D"/>
                </a:solidFill>
                <a:latin typeface="Arial"/>
                <a:cs typeface="Arial"/>
              </a:rPr>
              <a:t>species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998724" y="1703909"/>
            <a:ext cx="242265" cy="848868"/>
          </a:xfrm>
          <a:prstGeom prst="rect">
            <a:avLst/>
          </a:prstGeom>
        </p:spPr>
        <p:txBody>
          <a:bodyPr wrap="square" lIns="0" tIns="9175" rIns="0" bIns="0" rtlCol="0">
            <a:noAutofit/>
          </a:bodyPr>
          <a:lstStyle/>
          <a:p>
            <a:pPr marL="15748" marR="24764">
              <a:lnSpc>
                <a:spcPts val="1445"/>
              </a:lnSpc>
            </a:pPr>
            <a:r>
              <a:rPr sz="1300" spc="-333" dirty="0">
                <a:solidFill>
                  <a:srgbClr val="363636"/>
                </a:solidFill>
                <a:latin typeface="Courier New"/>
                <a:cs typeface="Courier New"/>
              </a:rPr>
              <a:t>5.1</a:t>
            </a:r>
            <a:endParaRPr sz="1300">
              <a:latin typeface="Courier New"/>
              <a:cs typeface="Courier New"/>
            </a:endParaRPr>
          </a:p>
          <a:p>
            <a:pPr marL="12700" marR="76">
              <a:lnSpc>
                <a:spcPct val="94401"/>
              </a:lnSpc>
              <a:spcBef>
                <a:spcPts val="1047"/>
              </a:spcBef>
            </a:pPr>
            <a:r>
              <a:rPr sz="1300" spc="-275" dirty="0">
                <a:solidFill>
                  <a:srgbClr val="363636"/>
                </a:solidFill>
                <a:latin typeface="Courier New"/>
                <a:cs typeface="Courier New"/>
              </a:rPr>
              <a:t>4.9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94401"/>
              </a:lnSpc>
              <a:spcBef>
                <a:spcPts val="1119"/>
              </a:spcBef>
            </a:pPr>
            <a:r>
              <a:rPr sz="1300" spc="-275" dirty="0">
                <a:solidFill>
                  <a:srgbClr val="363636"/>
                </a:solidFill>
                <a:latin typeface="Courier New"/>
                <a:cs typeface="Courier New"/>
              </a:rPr>
              <a:t>4.7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86276" y="1706957"/>
            <a:ext cx="242265" cy="845819"/>
          </a:xfrm>
          <a:prstGeom prst="rect">
            <a:avLst/>
          </a:prstGeom>
        </p:spPr>
        <p:txBody>
          <a:bodyPr wrap="square" lIns="0" tIns="9175" rIns="0" bIns="0" rtlCol="0">
            <a:noAutofit/>
          </a:bodyPr>
          <a:lstStyle/>
          <a:p>
            <a:pPr marL="12700">
              <a:lnSpc>
                <a:spcPts val="1445"/>
              </a:lnSpc>
            </a:pPr>
            <a:r>
              <a:rPr sz="1300" spc="-275" dirty="0">
                <a:solidFill>
                  <a:srgbClr val="363636"/>
                </a:solidFill>
                <a:latin typeface="Courier New"/>
                <a:cs typeface="Courier New"/>
              </a:rPr>
              <a:t>3</a:t>
            </a:r>
            <a:r>
              <a:rPr sz="1300" spc="-275" dirty="0">
                <a:solidFill>
                  <a:srgbClr val="525252"/>
                </a:solidFill>
                <a:latin typeface="Courier New"/>
                <a:cs typeface="Courier New"/>
              </a:rPr>
              <a:t>.</a:t>
            </a:r>
            <a:r>
              <a:rPr sz="1300" spc="-275" dirty="0">
                <a:solidFill>
                  <a:srgbClr val="363636"/>
                </a:solidFill>
                <a:latin typeface="Courier New"/>
                <a:cs typeface="Courier New"/>
              </a:rPr>
              <a:t>5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94401"/>
              </a:lnSpc>
              <a:spcBef>
                <a:spcPts val="1023"/>
              </a:spcBef>
            </a:pPr>
            <a:r>
              <a:rPr sz="1300" spc="-275" dirty="0">
                <a:solidFill>
                  <a:srgbClr val="363636"/>
                </a:solidFill>
                <a:latin typeface="Courier New"/>
                <a:cs typeface="Courier New"/>
              </a:rPr>
              <a:t>3</a:t>
            </a:r>
            <a:r>
              <a:rPr sz="1300" spc="-275" dirty="0">
                <a:solidFill>
                  <a:srgbClr val="525252"/>
                </a:solidFill>
                <a:latin typeface="Courier New"/>
                <a:cs typeface="Courier New"/>
              </a:rPr>
              <a:t>.</a:t>
            </a:r>
            <a:r>
              <a:rPr sz="1300" spc="-275" dirty="0">
                <a:solidFill>
                  <a:srgbClr val="363636"/>
                </a:solidFill>
                <a:latin typeface="Courier New"/>
                <a:cs typeface="Courier New"/>
              </a:rPr>
              <a:t>0</a:t>
            </a:r>
            <a:endParaRPr sz="1300">
              <a:latin typeface="Courier New"/>
              <a:cs typeface="Courier New"/>
            </a:endParaRPr>
          </a:p>
          <a:p>
            <a:pPr marL="12700" marR="3048">
              <a:lnSpc>
                <a:spcPct val="94401"/>
              </a:lnSpc>
              <a:spcBef>
                <a:spcPts val="1119"/>
              </a:spcBef>
            </a:pPr>
            <a:r>
              <a:rPr sz="1300" spc="-283" dirty="0">
                <a:solidFill>
                  <a:srgbClr val="363636"/>
                </a:solidFill>
                <a:latin typeface="Courier New"/>
                <a:cs typeface="Courier New"/>
              </a:rPr>
              <a:t>3</a:t>
            </a:r>
            <a:r>
              <a:rPr sz="1300" spc="-283" dirty="0">
                <a:solidFill>
                  <a:srgbClr val="525252"/>
                </a:solidFill>
                <a:latin typeface="Courier New"/>
                <a:cs typeface="Courier New"/>
              </a:rPr>
              <a:t>.</a:t>
            </a:r>
            <a:r>
              <a:rPr sz="1300" spc="-283" dirty="0">
                <a:solidFill>
                  <a:srgbClr val="1D1D1D"/>
                </a:solidFill>
                <a:latin typeface="Courier New"/>
                <a:cs typeface="Courier New"/>
              </a:rPr>
              <a:t>2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04308" y="1703909"/>
            <a:ext cx="233121" cy="848868"/>
          </a:xfrm>
          <a:prstGeom prst="rect">
            <a:avLst/>
          </a:prstGeom>
        </p:spPr>
        <p:txBody>
          <a:bodyPr wrap="square" lIns="0" tIns="9175" rIns="0" bIns="0" rtlCol="0">
            <a:noAutofit/>
          </a:bodyPr>
          <a:lstStyle/>
          <a:p>
            <a:pPr marL="12700">
              <a:lnSpc>
                <a:spcPts val="1445"/>
              </a:lnSpc>
            </a:pPr>
            <a:r>
              <a:rPr sz="1300" spc="-301" dirty="0">
                <a:solidFill>
                  <a:srgbClr val="363636"/>
                </a:solidFill>
                <a:latin typeface="Courier New"/>
                <a:cs typeface="Courier New"/>
              </a:rPr>
              <a:t>1</a:t>
            </a:r>
            <a:r>
              <a:rPr sz="1300" spc="-301" dirty="0">
                <a:solidFill>
                  <a:srgbClr val="525252"/>
                </a:solidFill>
                <a:latin typeface="Courier New"/>
                <a:cs typeface="Courier New"/>
              </a:rPr>
              <a:t>.</a:t>
            </a:r>
            <a:r>
              <a:rPr sz="1300" spc="-301" dirty="0">
                <a:solidFill>
                  <a:srgbClr val="363636"/>
                </a:solidFill>
                <a:latin typeface="Courier New"/>
                <a:cs typeface="Courier New"/>
              </a:rPr>
              <a:t>4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94401"/>
              </a:lnSpc>
              <a:spcBef>
                <a:spcPts val="1047"/>
              </a:spcBef>
            </a:pPr>
            <a:r>
              <a:rPr sz="1300" spc="-301" dirty="0">
                <a:solidFill>
                  <a:srgbClr val="363636"/>
                </a:solidFill>
                <a:latin typeface="Courier New"/>
                <a:cs typeface="Courier New"/>
              </a:rPr>
              <a:t>1</a:t>
            </a:r>
            <a:r>
              <a:rPr sz="1300" spc="-301" dirty="0">
                <a:solidFill>
                  <a:srgbClr val="525252"/>
                </a:solidFill>
                <a:latin typeface="Courier New"/>
                <a:cs typeface="Courier New"/>
              </a:rPr>
              <a:t>.</a:t>
            </a:r>
            <a:r>
              <a:rPr sz="1300" spc="-301" dirty="0">
                <a:solidFill>
                  <a:srgbClr val="363636"/>
                </a:solidFill>
                <a:latin typeface="Courier New"/>
                <a:cs typeface="Courier New"/>
              </a:rPr>
              <a:t>4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94401"/>
              </a:lnSpc>
              <a:spcBef>
                <a:spcPts val="1119"/>
              </a:spcBef>
            </a:pPr>
            <a:r>
              <a:rPr sz="1300" spc="-301" dirty="0">
                <a:solidFill>
                  <a:srgbClr val="363636"/>
                </a:solidFill>
                <a:latin typeface="Courier New"/>
                <a:cs typeface="Courier New"/>
              </a:rPr>
              <a:t>1</a:t>
            </a:r>
            <a:r>
              <a:rPr sz="1300" spc="-301" dirty="0">
                <a:solidFill>
                  <a:srgbClr val="525252"/>
                </a:solidFill>
                <a:latin typeface="Courier New"/>
                <a:cs typeface="Courier New"/>
              </a:rPr>
              <a:t>.</a:t>
            </a:r>
            <a:r>
              <a:rPr sz="1300" spc="-301" dirty="0">
                <a:solidFill>
                  <a:srgbClr val="363636"/>
                </a:solidFill>
                <a:latin typeface="Courier New"/>
                <a:cs typeface="Courier New"/>
              </a:rPr>
              <a:t>3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49188" y="1703909"/>
            <a:ext cx="236169" cy="848868"/>
          </a:xfrm>
          <a:prstGeom prst="rect">
            <a:avLst/>
          </a:prstGeom>
        </p:spPr>
        <p:txBody>
          <a:bodyPr wrap="square" lIns="0" tIns="9175" rIns="0" bIns="0" rtlCol="0">
            <a:noAutofit/>
          </a:bodyPr>
          <a:lstStyle/>
          <a:p>
            <a:pPr marL="12700">
              <a:lnSpc>
                <a:spcPts val="1445"/>
              </a:lnSpc>
            </a:pPr>
            <a:r>
              <a:rPr sz="1300" spc="-291" dirty="0">
                <a:solidFill>
                  <a:srgbClr val="363636"/>
                </a:solidFill>
                <a:latin typeface="Courier New"/>
                <a:cs typeface="Courier New"/>
              </a:rPr>
              <a:t>0</a:t>
            </a:r>
            <a:r>
              <a:rPr sz="1300" spc="-291" dirty="0">
                <a:solidFill>
                  <a:srgbClr val="1D1D1D"/>
                </a:solidFill>
                <a:latin typeface="Courier New"/>
                <a:cs typeface="Courier New"/>
              </a:rPr>
              <a:t>.</a:t>
            </a:r>
            <a:r>
              <a:rPr sz="1300" spc="-291" dirty="0">
                <a:solidFill>
                  <a:srgbClr val="363636"/>
                </a:solidFill>
                <a:latin typeface="Courier New"/>
                <a:cs typeface="Courier New"/>
              </a:rPr>
              <a:t>2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94401"/>
              </a:lnSpc>
              <a:spcBef>
                <a:spcPts val="1047"/>
              </a:spcBef>
            </a:pPr>
            <a:r>
              <a:rPr sz="1300" spc="-291" dirty="0">
                <a:solidFill>
                  <a:srgbClr val="363636"/>
                </a:solidFill>
                <a:latin typeface="Courier New"/>
                <a:cs typeface="Courier New"/>
              </a:rPr>
              <a:t>0.2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94401"/>
              </a:lnSpc>
              <a:spcBef>
                <a:spcPts val="1119"/>
              </a:spcBef>
            </a:pPr>
            <a:r>
              <a:rPr sz="1300" spc="-291" dirty="0">
                <a:solidFill>
                  <a:srgbClr val="363636"/>
                </a:solidFill>
                <a:latin typeface="Courier New"/>
                <a:cs typeface="Courier New"/>
              </a:rPr>
              <a:t>0.</a:t>
            </a:r>
            <a:r>
              <a:rPr sz="1300" spc="-291" dirty="0">
                <a:solidFill>
                  <a:srgbClr val="1D1D1D"/>
                </a:solidFill>
                <a:latin typeface="Courier New"/>
                <a:cs typeface="Courier New"/>
              </a:rPr>
              <a:t>2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12484" y="1715091"/>
            <a:ext cx="468393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spc="12" dirty="0">
                <a:solidFill>
                  <a:srgbClr val="363636"/>
                </a:solidFill>
                <a:latin typeface="Arial"/>
                <a:cs typeface="Arial"/>
              </a:rPr>
              <a:t>setosa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84324" y="1724235"/>
            <a:ext cx="123251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b="1" dirty="0">
                <a:solidFill>
                  <a:srgbClr val="1D1D1D"/>
                </a:solidFill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90420" y="2043987"/>
            <a:ext cx="97790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sz="1200" b="1" spc="-209" dirty="0">
                <a:solidFill>
                  <a:srgbClr val="1D1D1D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12484" y="2041227"/>
            <a:ext cx="468393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spc="13" dirty="0">
                <a:solidFill>
                  <a:srgbClr val="363636"/>
                </a:solidFill>
                <a:latin typeface="Arial"/>
                <a:cs typeface="Arial"/>
              </a:rPr>
              <a:t>se</a:t>
            </a:r>
            <a:r>
              <a:rPr sz="1100" spc="13" dirty="0">
                <a:solidFill>
                  <a:srgbClr val="1D1D1D"/>
                </a:solidFill>
                <a:latin typeface="Arial"/>
                <a:cs typeface="Arial"/>
              </a:rPr>
              <a:t>t</a:t>
            </a:r>
            <a:r>
              <a:rPr sz="1100" spc="13" dirty="0">
                <a:solidFill>
                  <a:srgbClr val="363636"/>
                </a:solidFill>
                <a:latin typeface="Arial"/>
                <a:cs typeface="Arial"/>
              </a:rPr>
              <a:t>osa</a:t>
            </a:r>
            <a:endParaRPr sz="11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12484" y="2370411"/>
            <a:ext cx="471441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spc="17" dirty="0">
                <a:solidFill>
                  <a:srgbClr val="363636"/>
                </a:solidFill>
                <a:latin typeface="Arial"/>
                <a:cs typeface="Arial"/>
              </a:rPr>
              <a:t>setosa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84324" y="2385651"/>
            <a:ext cx="122474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b="1" dirty="0">
                <a:solidFill>
                  <a:srgbClr val="1D1D1D"/>
                </a:solidFill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98724" y="2694509"/>
            <a:ext cx="245160" cy="2162555"/>
          </a:xfrm>
          <a:prstGeom prst="rect">
            <a:avLst/>
          </a:prstGeom>
        </p:spPr>
        <p:txBody>
          <a:bodyPr wrap="square" lIns="0" tIns="9175" rIns="0" bIns="0" rtlCol="0">
            <a:noAutofit/>
          </a:bodyPr>
          <a:lstStyle/>
          <a:p>
            <a:pPr marL="12700">
              <a:lnSpc>
                <a:spcPts val="1445"/>
              </a:lnSpc>
            </a:pPr>
            <a:r>
              <a:rPr sz="1300" spc="-267" dirty="0">
                <a:solidFill>
                  <a:srgbClr val="363636"/>
                </a:solidFill>
                <a:latin typeface="Courier New"/>
                <a:cs typeface="Courier New"/>
              </a:rPr>
              <a:t>4.6</a:t>
            </a:r>
            <a:endParaRPr sz="1300">
              <a:latin typeface="Courier New"/>
              <a:cs typeface="Courier New"/>
            </a:endParaRPr>
          </a:p>
          <a:p>
            <a:pPr marL="15748" marR="0">
              <a:lnSpc>
                <a:spcPct val="94401"/>
              </a:lnSpc>
              <a:spcBef>
                <a:spcPts val="1023"/>
              </a:spcBef>
            </a:pPr>
            <a:r>
              <a:rPr sz="1300" spc="-275" dirty="0">
                <a:solidFill>
                  <a:srgbClr val="363636"/>
                </a:solidFill>
                <a:latin typeface="Courier New"/>
                <a:cs typeface="Courier New"/>
              </a:rPr>
              <a:t>5.0</a:t>
            </a:r>
            <a:endParaRPr sz="1300">
              <a:latin typeface="Courier New"/>
              <a:cs typeface="Courier New"/>
            </a:endParaRPr>
          </a:p>
          <a:p>
            <a:pPr marL="15748" marR="2819">
              <a:lnSpc>
                <a:spcPct val="94401"/>
              </a:lnSpc>
              <a:spcBef>
                <a:spcPts val="1119"/>
              </a:spcBef>
            </a:pPr>
            <a:r>
              <a:rPr sz="1300" spc="-283" dirty="0">
                <a:solidFill>
                  <a:srgbClr val="363636"/>
                </a:solidFill>
                <a:latin typeface="Courier New"/>
                <a:cs typeface="Courier New"/>
              </a:rPr>
              <a:t>5.4</a:t>
            </a:r>
            <a:endParaRPr sz="1300">
              <a:latin typeface="Courier New"/>
              <a:cs typeface="Courier New"/>
            </a:endParaRPr>
          </a:p>
          <a:p>
            <a:pPr marL="12700" marR="0">
              <a:lnSpc>
                <a:spcPct val="94401"/>
              </a:lnSpc>
              <a:spcBef>
                <a:spcPts val="1119"/>
              </a:spcBef>
            </a:pPr>
            <a:r>
              <a:rPr sz="1300" spc="-267" dirty="0">
                <a:solidFill>
                  <a:srgbClr val="363636"/>
                </a:solidFill>
                <a:latin typeface="Courier New"/>
                <a:cs typeface="Courier New"/>
              </a:rPr>
              <a:t>4.6</a:t>
            </a:r>
            <a:endParaRPr sz="1300">
              <a:latin typeface="Courier New"/>
              <a:cs typeface="Courier New"/>
            </a:endParaRPr>
          </a:p>
          <a:p>
            <a:pPr marL="15748" marR="0">
              <a:lnSpc>
                <a:spcPct val="94401"/>
              </a:lnSpc>
              <a:spcBef>
                <a:spcPts val="1119"/>
              </a:spcBef>
            </a:pPr>
            <a:r>
              <a:rPr sz="1300" spc="-275" dirty="0">
                <a:solidFill>
                  <a:srgbClr val="363636"/>
                </a:solidFill>
                <a:latin typeface="Courier New"/>
                <a:cs typeface="Courier New"/>
              </a:rPr>
              <a:t>5.0</a:t>
            </a:r>
            <a:endParaRPr sz="1300">
              <a:latin typeface="Courier New"/>
              <a:cs typeface="Courier New"/>
            </a:endParaRPr>
          </a:p>
          <a:p>
            <a:pPr marL="12700" marR="2819">
              <a:lnSpc>
                <a:spcPct val="94401"/>
              </a:lnSpc>
              <a:spcBef>
                <a:spcPts val="1119"/>
              </a:spcBef>
            </a:pPr>
            <a:r>
              <a:rPr sz="1300" spc="-275" dirty="0">
                <a:solidFill>
                  <a:srgbClr val="363636"/>
                </a:solidFill>
                <a:latin typeface="Courier New"/>
                <a:cs typeface="Courier New"/>
              </a:rPr>
              <a:t>4.4</a:t>
            </a:r>
            <a:endParaRPr sz="1300">
              <a:latin typeface="Courier New"/>
              <a:cs typeface="Courier New"/>
            </a:endParaRPr>
          </a:p>
          <a:p>
            <a:pPr marL="12700" marR="2971">
              <a:lnSpc>
                <a:spcPct val="94401"/>
              </a:lnSpc>
              <a:spcBef>
                <a:spcPts val="1119"/>
              </a:spcBef>
            </a:pPr>
            <a:r>
              <a:rPr sz="1300" spc="-275" dirty="0">
                <a:solidFill>
                  <a:srgbClr val="363636"/>
                </a:solidFill>
                <a:latin typeface="Courier New"/>
                <a:cs typeface="Courier New"/>
              </a:rPr>
              <a:t>4</a:t>
            </a:r>
            <a:r>
              <a:rPr sz="1300" spc="-275" dirty="0">
                <a:solidFill>
                  <a:srgbClr val="525252"/>
                </a:solidFill>
                <a:latin typeface="Courier New"/>
                <a:cs typeface="Courier New"/>
              </a:rPr>
              <a:t>.</a:t>
            </a:r>
            <a:r>
              <a:rPr sz="1300" spc="-275" dirty="0">
                <a:solidFill>
                  <a:srgbClr val="363636"/>
                </a:solidFill>
                <a:latin typeface="Courier New"/>
                <a:cs typeface="Courier New"/>
              </a:rPr>
              <a:t>9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86276" y="2691461"/>
            <a:ext cx="242341" cy="2165604"/>
          </a:xfrm>
          <a:prstGeom prst="rect">
            <a:avLst/>
          </a:prstGeom>
        </p:spPr>
        <p:txBody>
          <a:bodyPr wrap="square" lIns="0" tIns="9175" rIns="0" bIns="0" rtlCol="0">
            <a:noAutofit/>
          </a:bodyPr>
          <a:lstStyle/>
          <a:p>
            <a:pPr marL="12700" marR="24764">
              <a:lnSpc>
                <a:spcPts val="1445"/>
              </a:lnSpc>
            </a:pPr>
            <a:r>
              <a:rPr sz="1300" spc="-332" dirty="0">
                <a:solidFill>
                  <a:srgbClr val="363636"/>
                </a:solidFill>
                <a:latin typeface="Courier New"/>
                <a:cs typeface="Courier New"/>
              </a:rPr>
              <a:t>3</a:t>
            </a:r>
            <a:r>
              <a:rPr sz="1300" spc="-332" dirty="0">
                <a:solidFill>
                  <a:srgbClr val="525252"/>
                </a:solidFill>
                <a:latin typeface="Courier New"/>
                <a:cs typeface="Courier New"/>
              </a:rPr>
              <a:t>.</a:t>
            </a:r>
            <a:r>
              <a:rPr sz="1300" spc="-332" dirty="0">
                <a:solidFill>
                  <a:srgbClr val="363636"/>
                </a:solidFill>
                <a:latin typeface="Courier New"/>
                <a:cs typeface="Courier New"/>
              </a:rPr>
              <a:t>1</a:t>
            </a:r>
            <a:endParaRPr sz="1300">
              <a:latin typeface="Courier New"/>
              <a:cs typeface="Courier New"/>
            </a:endParaRPr>
          </a:p>
          <a:p>
            <a:pPr marL="12700" marR="152">
              <a:lnSpc>
                <a:spcPct val="94401"/>
              </a:lnSpc>
              <a:spcBef>
                <a:spcPts val="1047"/>
              </a:spcBef>
            </a:pPr>
            <a:r>
              <a:rPr sz="1300" spc="-275" dirty="0">
                <a:solidFill>
                  <a:srgbClr val="363636"/>
                </a:solidFill>
                <a:latin typeface="Courier New"/>
                <a:cs typeface="Courier New"/>
              </a:rPr>
              <a:t>3</a:t>
            </a:r>
            <a:r>
              <a:rPr sz="1300" spc="-275" dirty="0">
                <a:solidFill>
                  <a:srgbClr val="525252"/>
                </a:solidFill>
                <a:latin typeface="Courier New"/>
                <a:cs typeface="Courier New"/>
              </a:rPr>
              <a:t>.</a:t>
            </a:r>
            <a:r>
              <a:rPr sz="1300" spc="-275" dirty="0">
                <a:solidFill>
                  <a:srgbClr val="363636"/>
                </a:solidFill>
                <a:latin typeface="Courier New"/>
                <a:cs typeface="Courier New"/>
              </a:rPr>
              <a:t>6</a:t>
            </a:r>
            <a:endParaRPr sz="1300">
              <a:latin typeface="Courier New"/>
              <a:cs typeface="Courier New"/>
            </a:endParaRPr>
          </a:p>
          <a:p>
            <a:pPr marL="12700" marR="152">
              <a:lnSpc>
                <a:spcPct val="94401"/>
              </a:lnSpc>
              <a:spcBef>
                <a:spcPts val="1119"/>
              </a:spcBef>
            </a:pPr>
            <a:r>
              <a:rPr sz="1300" spc="-275" dirty="0">
                <a:solidFill>
                  <a:srgbClr val="363636"/>
                </a:solidFill>
                <a:latin typeface="Courier New"/>
                <a:cs typeface="Courier New"/>
              </a:rPr>
              <a:t>3</a:t>
            </a:r>
            <a:r>
              <a:rPr sz="1300" spc="-275" dirty="0">
                <a:solidFill>
                  <a:srgbClr val="525252"/>
                </a:solidFill>
                <a:latin typeface="Courier New"/>
                <a:cs typeface="Courier New"/>
              </a:rPr>
              <a:t>.</a:t>
            </a:r>
            <a:r>
              <a:rPr sz="1300" spc="-275" dirty="0">
                <a:solidFill>
                  <a:srgbClr val="363636"/>
                </a:solidFill>
                <a:latin typeface="Courier New"/>
                <a:cs typeface="Courier New"/>
              </a:rPr>
              <a:t>9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94401"/>
              </a:lnSpc>
              <a:spcBef>
                <a:spcPts val="1119"/>
              </a:spcBef>
            </a:pPr>
            <a:r>
              <a:rPr sz="1300" spc="-275" dirty="0">
                <a:solidFill>
                  <a:srgbClr val="363636"/>
                </a:solidFill>
                <a:latin typeface="Courier New"/>
                <a:cs typeface="Courier New"/>
              </a:rPr>
              <a:t>3.4</a:t>
            </a:r>
            <a:endParaRPr sz="1300">
              <a:latin typeface="Courier New"/>
              <a:cs typeface="Courier New"/>
            </a:endParaRPr>
          </a:p>
          <a:p>
            <a:pPr marL="12700" marR="152">
              <a:lnSpc>
                <a:spcPct val="94401"/>
              </a:lnSpc>
              <a:spcBef>
                <a:spcPts val="1119"/>
              </a:spcBef>
            </a:pPr>
            <a:r>
              <a:rPr sz="1300" spc="-275" dirty="0">
                <a:solidFill>
                  <a:srgbClr val="363636"/>
                </a:solidFill>
                <a:latin typeface="Courier New"/>
                <a:cs typeface="Courier New"/>
              </a:rPr>
              <a:t>3</a:t>
            </a:r>
            <a:r>
              <a:rPr sz="1300" spc="-275" dirty="0">
                <a:solidFill>
                  <a:srgbClr val="525252"/>
                </a:solidFill>
                <a:latin typeface="Courier New"/>
                <a:cs typeface="Courier New"/>
              </a:rPr>
              <a:t>.</a:t>
            </a:r>
            <a:r>
              <a:rPr sz="1300" spc="-275" dirty="0">
                <a:solidFill>
                  <a:srgbClr val="363636"/>
                </a:solidFill>
                <a:latin typeface="Courier New"/>
                <a:cs typeface="Courier New"/>
              </a:rPr>
              <a:t>4</a:t>
            </a:r>
            <a:endParaRPr sz="1300">
              <a:latin typeface="Courier New"/>
              <a:cs typeface="Courier New"/>
            </a:endParaRPr>
          </a:p>
          <a:p>
            <a:pPr marL="12700" marR="152">
              <a:lnSpc>
                <a:spcPct val="94401"/>
              </a:lnSpc>
              <a:spcBef>
                <a:spcPts val="1143"/>
              </a:spcBef>
            </a:pPr>
            <a:r>
              <a:rPr sz="1300" spc="-275" dirty="0">
                <a:solidFill>
                  <a:srgbClr val="363636"/>
                </a:solidFill>
                <a:latin typeface="Courier New"/>
                <a:cs typeface="Courier New"/>
              </a:rPr>
              <a:t>2</a:t>
            </a:r>
            <a:r>
              <a:rPr sz="1300" spc="-275" dirty="0">
                <a:solidFill>
                  <a:srgbClr val="525252"/>
                </a:solidFill>
                <a:latin typeface="Courier New"/>
                <a:cs typeface="Courier New"/>
              </a:rPr>
              <a:t>.</a:t>
            </a:r>
            <a:r>
              <a:rPr sz="1300" spc="-275" dirty="0">
                <a:solidFill>
                  <a:srgbClr val="363636"/>
                </a:solidFill>
                <a:latin typeface="Courier New"/>
                <a:cs typeface="Courier New"/>
              </a:rPr>
              <a:t>9</a:t>
            </a:r>
            <a:endParaRPr sz="1300">
              <a:latin typeface="Courier New"/>
              <a:cs typeface="Courier New"/>
            </a:endParaRPr>
          </a:p>
          <a:p>
            <a:pPr marL="12700" marR="24764">
              <a:lnSpc>
                <a:spcPct val="94401"/>
              </a:lnSpc>
              <a:spcBef>
                <a:spcPts val="1095"/>
              </a:spcBef>
            </a:pPr>
            <a:r>
              <a:rPr sz="1300" spc="-332" dirty="0">
                <a:solidFill>
                  <a:srgbClr val="363636"/>
                </a:solidFill>
                <a:latin typeface="Courier New"/>
                <a:cs typeface="Courier New"/>
              </a:rPr>
              <a:t>3</a:t>
            </a:r>
            <a:r>
              <a:rPr sz="1300" spc="-332" dirty="0">
                <a:solidFill>
                  <a:srgbClr val="525252"/>
                </a:solidFill>
                <a:latin typeface="Courier New"/>
                <a:cs typeface="Courier New"/>
              </a:rPr>
              <a:t>.</a:t>
            </a:r>
            <a:r>
              <a:rPr sz="1300" spc="-332" dirty="0">
                <a:solidFill>
                  <a:srgbClr val="363636"/>
                </a:solidFill>
                <a:latin typeface="Courier New"/>
                <a:cs typeface="Courier New"/>
              </a:rPr>
              <a:t>1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04308" y="2691461"/>
            <a:ext cx="236093" cy="2165604"/>
          </a:xfrm>
          <a:prstGeom prst="rect">
            <a:avLst/>
          </a:prstGeom>
        </p:spPr>
        <p:txBody>
          <a:bodyPr wrap="square" lIns="0" tIns="9175" rIns="0" bIns="0" rtlCol="0">
            <a:noAutofit/>
          </a:bodyPr>
          <a:lstStyle/>
          <a:p>
            <a:pPr marL="12700" marR="2971">
              <a:lnSpc>
                <a:spcPts val="1445"/>
              </a:lnSpc>
            </a:pPr>
            <a:r>
              <a:rPr sz="1300" spc="-301" dirty="0">
                <a:solidFill>
                  <a:srgbClr val="363636"/>
                </a:solidFill>
                <a:latin typeface="Courier New"/>
                <a:cs typeface="Courier New"/>
              </a:rPr>
              <a:t>1</a:t>
            </a:r>
            <a:r>
              <a:rPr sz="1300" spc="-301" dirty="0">
                <a:solidFill>
                  <a:srgbClr val="525252"/>
                </a:solidFill>
                <a:latin typeface="Courier New"/>
                <a:cs typeface="Courier New"/>
              </a:rPr>
              <a:t>.</a:t>
            </a:r>
            <a:r>
              <a:rPr sz="1300" spc="-301" dirty="0">
                <a:solidFill>
                  <a:srgbClr val="363636"/>
                </a:solidFill>
                <a:latin typeface="Courier New"/>
                <a:cs typeface="Courier New"/>
              </a:rPr>
              <a:t>5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94401"/>
              </a:lnSpc>
              <a:spcBef>
                <a:spcPts val="1047"/>
              </a:spcBef>
            </a:pPr>
            <a:r>
              <a:rPr sz="1300" spc="-293" dirty="0">
                <a:solidFill>
                  <a:srgbClr val="363636"/>
                </a:solidFill>
                <a:latin typeface="Courier New"/>
                <a:cs typeface="Courier New"/>
              </a:rPr>
              <a:t>1</a:t>
            </a:r>
            <a:r>
              <a:rPr sz="1300" spc="-293" dirty="0">
                <a:solidFill>
                  <a:srgbClr val="525252"/>
                </a:solidFill>
                <a:latin typeface="Courier New"/>
                <a:cs typeface="Courier New"/>
              </a:rPr>
              <a:t>.</a:t>
            </a:r>
            <a:r>
              <a:rPr sz="1300" spc="-293" dirty="0">
                <a:solidFill>
                  <a:srgbClr val="363636"/>
                </a:solidFill>
                <a:latin typeface="Courier New"/>
                <a:cs typeface="Courier New"/>
              </a:rPr>
              <a:t>4</a:t>
            </a:r>
            <a:endParaRPr sz="1300">
              <a:latin typeface="Courier New"/>
              <a:cs typeface="Courier New"/>
            </a:endParaRPr>
          </a:p>
          <a:p>
            <a:pPr marL="12700" marR="2971">
              <a:lnSpc>
                <a:spcPct val="94401"/>
              </a:lnSpc>
              <a:spcBef>
                <a:spcPts val="1119"/>
              </a:spcBef>
            </a:pPr>
            <a:r>
              <a:rPr sz="1300" spc="-301" dirty="0">
                <a:solidFill>
                  <a:srgbClr val="363636"/>
                </a:solidFill>
                <a:latin typeface="Courier New"/>
                <a:cs typeface="Courier New"/>
              </a:rPr>
              <a:t>1</a:t>
            </a:r>
            <a:r>
              <a:rPr sz="1300" spc="-301" dirty="0">
                <a:solidFill>
                  <a:srgbClr val="525252"/>
                </a:solidFill>
                <a:latin typeface="Courier New"/>
                <a:cs typeface="Courier New"/>
              </a:rPr>
              <a:t>.</a:t>
            </a:r>
            <a:r>
              <a:rPr sz="1300" spc="-301" dirty="0">
                <a:solidFill>
                  <a:srgbClr val="363636"/>
                </a:solidFill>
                <a:latin typeface="Courier New"/>
                <a:cs typeface="Courier New"/>
              </a:rPr>
              <a:t>7</a:t>
            </a:r>
            <a:endParaRPr sz="1300">
              <a:latin typeface="Courier New"/>
              <a:cs typeface="Courier New"/>
            </a:endParaRPr>
          </a:p>
          <a:p>
            <a:pPr marL="12700" marR="2971">
              <a:lnSpc>
                <a:spcPct val="94401"/>
              </a:lnSpc>
              <a:spcBef>
                <a:spcPts val="1119"/>
              </a:spcBef>
            </a:pPr>
            <a:r>
              <a:rPr sz="1300" spc="-301" dirty="0">
                <a:solidFill>
                  <a:srgbClr val="363636"/>
                </a:solidFill>
                <a:latin typeface="Courier New"/>
                <a:cs typeface="Courier New"/>
              </a:rPr>
              <a:t>1</a:t>
            </a:r>
            <a:r>
              <a:rPr sz="1300" spc="-301" dirty="0">
                <a:solidFill>
                  <a:srgbClr val="525252"/>
                </a:solidFill>
                <a:latin typeface="Courier New"/>
                <a:cs typeface="Courier New"/>
              </a:rPr>
              <a:t>.</a:t>
            </a:r>
            <a:r>
              <a:rPr sz="1300" spc="-301" dirty="0">
                <a:solidFill>
                  <a:srgbClr val="363636"/>
                </a:solidFill>
                <a:latin typeface="Courier New"/>
                <a:cs typeface="Courier New"/>
              </a:rPr>
              <a:t>4</a:t>
            </a:r>
            <a:endParaRPr sz="1300">
              <a:latin typeface="Courier New"/>
              <a:cs typeface="Courier New"/>
            </a:endParaRPr>
          </a:p>
          <a:p>
            <a:pPr marL="12700" marR="2971">
              <a:lnSpc>
                <a:spcPct val="94401"/>
              </a:lnSpc>
              <a:spcBef>
                <a:spcPts val="1119"/>
              </a:spcBef>
            </a:pPr>
            <a:r>
              <a:rPr sz="1300" spc="-301" dirty="0">
                <a:solidFill>
                  <a:srgbClr val="363636"/>
                </a:solidFill>
                <a:latin typeface="Courier New"/>
                <a:cs typeface="Courier New"/>
              </a:rPr>
              <a:t>1</a:t>
            </a:r>
            <a:r>
              <a:rPr sz="1300" spc="-301" dirty="0">
                <a:solidFill>
                  <a:srgbClr val="525252"/>
                </a:solidFill>
                <a:latin typeface="Courier New"/>
                <a:cs typeface="Courier New"/>
              </a:rPr>
              <a:t>.</a:t>
            </a:r>
            <a:r>
              <a:rPr sz="1300" spc="-301" dirty="0">
                <a:solidFill>
                  <a:srgbClr val="363636"/>
                </a:solidFill>
                <a:latin typeface="Courier New"/>
                <a:cs typeface="Courier New"/>
              </a:rPr>
              <a:t>5</a:t>
            </a:r>
            <a:endParaRPr sz="1300">
              <a:latin typeface="Courier New"/>
              <a:cs typeface="Courier New"/>
            </a:endParaRPr>
          </a:p>
          <a:p>
            <a:pPr marL="12700" marR="2971">
              <a:lnSpc>
                <a:spcPct val="94401"/>
              </a:lnSpc>
              <a:spcBef>
                <a:spcPts val="1119"/>
              </a:spcBef>
            </a:pPr>
            <a:r>
              <a:rPr sz="1300" spc="-301" dirty="0">
                <a:solidFill>
                  <a:srgbClr val="363636"/>
                </a:solidFill>
                <a:latin typeface="Courier New"/>
                <a:cs typeface="Courier New"/>
              </a:rPr>
              <a:t>1</a:t>
            </a:r>
            <a:r>
              <a:rPr sz="1300" spc="-301" dirty="0">
                <a:solidFill>
                  <a:srgbClr val="525252"/>
                </a:solidFill>
                <a:latin typeface="Courier New"/>
                <a:cs typeface="Courier New"/>
              </a:rPr>
              <a:t>.</a:t>
            </a:r>
            <a:r>
              <a:rPr sz="1300" spc="-301" dirty="0">
                <a:solidFill>
                  <a:srgbClr val="363636"/>
                </a:solidFill>
                <a:latin typeface="Courier New"/>
                <a:cs typeface="Courier New"/>
              </a:rPr>
              <a:t>4</a:t>
            </a:r>
            <a:endParaRPr sz="1300">
              <a:latin typeface="Courier New"/>
              <a:cs typeface="Courier New"/>
            </a:endParaRPr>
          </a:p>
          <a:p>
            <a:pPr marL="15748" marR="2971">
              <a:lnSpc>
                <a:spcPct val="94401"/>
              </a:lnSpc>
              <a:spcBef>
                <a:spcPts val="1119"/>
              </a:spcBef>
            </a:pPr>
            <a:r>
              <a:rPr sz="1300" spc="-308" dirty="0">
                <a:solidFill>
                  <a:srgbClr val="363636"/>
                </a:solidFill>
                <a:latin typeface="Courier New"/>
                <a:cs typeface="Courier New"/>
              </a:rPr>
              <a:t>1</a:t>
            </a:r>
            <a:r>
              <a:rPr sz="1300" spc="-308" dirty="0">
                <a:solidFill>
                  <a:srgbClr val="525252"/>
                </a:solidFill>
                <a:latin typeface="Courier New"/>
                <a:cs typeface="Courier New"/>
              </a:rPr>
              <a:t>.</a:t>
            </a:r>
            <a:r>
              <a:rPr sz="1300" spc="-308" dirty="0">
                <a:solidFill>
                  <a:srgbClr val="363636"/>
                </a:solidFill>
                <a:latin typeface="Courier New"/>
                <a:cs typeface="Courier New"/>
              </a:rPr>
              <a:t>5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49188" y="2691461"/>
            <a:ext cx="236169" cy="508733"/>
          </a:xfrm>
          <a:prstGeom prst="rect">
            <a:avLst/>
          </a:prstGeom>
        </p:spPr>
        <p:txBody>
          <a:bodyPr wrap="square" lIns="0" tIns="9175" rIns="0" bIns="0" rtlCol="0">
            <a:noAutofit/>
          </a:bodyPr>
          <a:lstStyle/>
          <a:p>
            <a:pPr marL="12700">
              <a:lnSpc>
                <a:spcPts val="1445"/>
              </a:lnSpc>
            </a:pPr>
            <a:r>
              <a:rPr sz="1300" spc="-291" dirty="0">
                <a:solidFill>
                  <a:srgbClr val="363636"/>
                </a:solidFill>
                <a:latin typeface="Courier New"/>
                <a:cs typeface="Courier New"/>
              </a:rPr>
              <a:t>0.2</a:t>
            </a:r>
            <a:endParaRPr sz="1300">
              <a:latin typeface="Courier New"/>
              <a:cs typeface="Courier New"/>
            </a:endParaRPr>
          </a:p>
          <a:p>
            <a:pPr marL="12700" marR="1981">
              <a:lnSpc>
                <a:spcPct val="95825"/>
              </a:lnSpc>
              <a:spcBef>
                <a:spcPts val="1033"/>
              </a:spcBef>
            </a:pPr>
            <a:r>
              <a:rPr sz="1200" spc="-11" dirty="0">
                <a:solidFill>
                  <a:srgbClr val="363636"/>
                </a:solidFill>
                <a:latin typeface="Times New Roman"/>
                <a:cs typeface="Times New Roman"/>
              </a:rPr>
              <a:t>0.2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12484" y="2699595"/>
            <a:ext cx="468393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spc="13" dirty="0">
                <a:solidFill>
                  <a:srgbClr val="363636"/>
                </a:solidFill>
                <a:latin typeface="Arial"/>
                <a:cs typeface="Arial"/>
              </a:rPr>
              <a:t>setosa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84324" y="2714835"/>
            <a:ext cx="116260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b="1" dirty="0">
                <a:solidFill>
                  <a:srgbClr val="1D1D1D"/>
                </a:solidFill>
                <a:latin typeface="Arial"/>
                <a:cs typeface="Arial"/>
              </a:rPr>
              <a:t>3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12484" y="3028779"/>
            <a:ext cx="468393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spc="13" dirty="0">
                <a:solidFill>
                  <a:srgbClr val="363636"/>
                </a:solidFill>
                <a:latin typeface="Arial"/>
                <a:cs typeface="Arial"/>
              </a:rPr>
              <a:t>setosa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84324" y="3040971"/>
            <a:ext cx="122474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b="1" dirty="0">
                <a:solidFill>
                  <a:srgbClr val="1D1D1D"/>
                </a:solidFill>
                <a:latin typeface="Arial"/>
                <a:cs typeface="Arial"/>
              </a:rPr>
              <a:t>4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49188" y="3349829"/>
            <a:ext cx="242341" cy="1507236"/>
          </a:xfrm>
          <a:prstGeom prst="rect">
            <a:avLst/>
          </a:prstGeom>
        </p:spPr>
        <p:txBody>
          <a:bodyPr wrap="square" lIns="0" tIns="9175" rIns="0" bIns="0" rtlCol="0">
            <a:noAutofit/>
          </a:bodyPr>
          <a:lstStyle/>
          <a:p>
            <a:pPr marL="12700">
              <a:lnSpc>
                <a:spcPts val="1445"/>
              </a:lnSpc>
            </a:pPr>
            <a:r>
              <a:rPr sz="1300" spc="-275" dirty="0">
                <a:solidFill>
                  <a:srgbClr val="363636"/>
                </a:solidFill>
                <a:latin typeface="Courier New"/>
                <a:cs typeface="Courier New"/>
              </a:rPr>
              <a:t>0.4</a:t>
            </a:r>
            <a:endParaRPr sz="1300">
              <a:latin typeface="Courier New"/>
              <a:cs typeface="Courier New"/>
            </a:endParaRPr>
          </a:p>
          <a:p>
            <a:pPr marL="12700" marR="228">
              <a:lnSpc>
                <a:spcPct val="94401"/>
              </a:lnSpc>
              <a:spcBef>
                <a:spcPts val="1047"/>
              </a:spcBef>
            </a:pPr>
            <a:r>
              <a:rPr sz="1300" spc="-275" dirty="0">
                <a:solidFill>
                  <a:srgbClr val="363636"/>
                </a:solidFill>
                <a:latin typeface="Courier New"/>
                <a:cs typeface="Courier New"/>
              </a:rPr>
              <a:t>0.3</a:t>
            </a:r>
            <a:endParaRPr sz="1300">
              <a:latin typeface="Courier New"/>
              <a:cs typeface="Courier New"/>
            </a:endParaRPr>
          </a:p>
          <a:p>
            <a:pPr marL="12700" marR="6172">
              <a:lnSpc>
                <a:spcPct val="94401"/>
              </a:lnSpc>
              <a:spcBef>
                <a:spcPts val="1119"/>
              </a:spcBef>
            </a:pPr>
            <a:r>
              <a:rPr sz="1300" spc="-291" dirty="0">
                <a:solidFill>
                  <a:srgbClr val="363636"/>
                </a:solidFill>
                <a:latin typeface="Courier New"/>
                <a:cs typeface="Courier New"/>
              </a:rPr>
              <a:t>0</a:t>
            </a:r>
            <a:r>
              <a:rPr sz="1300" spc="-291" dirty="0">
                <a:solidFill>
                  <a:srgbClr val="1D1D1D"/>
                </a:solidFill>
                <a:latin typeface="Courier New"/>
                <a:cs typeface="Courier New"/>
              </a:rPr>
              <a:t>.</a:t>
            </a:r>
            <a:r>
              <a:rPr sz="1300" spc="-291" dirty="0">
                <a:solidFill>
                  <a:srgbClr val="363636"/>
                </a:solidFill>
                <a:latin typeface="Courier New"/>
                <a:cs typeface="Courier New"/>
              </a:rPr>
              <a:t>2</a:t>
            </a:r>
            <a:endParaRPr sz="1300">
              <a:latin typeface="Courier New"/>
              <a:cs typeface="Courier New"/>
            </a:endParaRPr>
          </a:p>
          <a:p>
            <a:pPr marL="12700" marR="6172">
              <a:lnSpc>
                <a:spcPct val="94401"/>
              </a:lnSpc>
              <a:spcBef>
                <a:spcPts val="1143"/>
              </a:spcBef>
            </a:pPr>
            <a:r>
              <a:rPr sz="1300" spc="-291" dirty="0">
                <a:solidFill>
                  <a:srgbClr val="363636"/>
                </a:solidFill>
                <a:latin typeface="Courier New"/>
                <a:cs typeface="Courier New"/>
              </a:rPr>
              <a:t>0.2</a:t>
            </a:r>
            <a:endParaRPr sz="1300">
              <a:latin typeface="Courier New"/>
              <a:cs typeface="Courier New"/>
            </a:endParaRPr>
          </a:p>
          <a:p>
            <a:pPr marL="12700" marR="24764">
              <a:lnSpc>
                <a:spcPct val="94401"/>
              </a:lnSpc>
              <a:spcBef>
                <a:spcPts val="1095"/>
              </a:spcBef>
            </a:pPr>
            <a:r>
              <a:rPr sz="1300" spc="-332" dirty="0">
                <a:solidFill>
                  <a:srgbClr val="363636"/>
                </a:solidFill>
                <a:latin typeface="Courier New"/>
                <a:cs typeface="Courier New"/>
              </a:rPr>
              <a:t>0.1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12484" y="3357963"/>
            <a:ext cx="468393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spc="13" dirty="0">
                <a:solidFill>
                  <a:srgbClr val="363636"/>
                </a:solidFill>
                <a:latin typeface="Arial"/>
                <a:cs typeface="Arial"/>
              </a:rPr>
              <a:t>setosa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84324" y="3370155"/>
            <a:ext cx="122474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b="1" dirty="0">
                <a:solidFill>
                  <a:srgbClr val="1D1D1D"/>
                </a:solidFill>
                <a:latin typeface="Arial"/>
                <a:cs typeface="Arial"/>
              </a:rPr>
              <a:t>5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12484" y="3687147"/>
            <a:ext cx="471500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spc="17" dirty="0">
                <a:solidFill>
                  <a:srgbClr val="363636"/>
                </a:solidFill>
                <a:latin typeface="Arial"/>
                <a:cs typeface="Arial"/>
              </a:rPr>
              <a:t>se</a:t>
            </a:r>
            <a:r>
              <a:rPr sz="1100" spc="17" dirty="0">
                <a:solidFill>
                  <a:srgbClr val="1D1D1D"/>
                </a:solidFill>
                <a:latin typeface="Arial"/>
                <a:cs typeface="Arial"/>
              </a:rPr>
              <a:t>t</a:t>
            </a:r>
            <a:r>
              <a:rPr sz="1100" spc="17" dirty="0">
                <a:solidFill>
                  <a:srgbClr val="363636"/>
                </a:solidFill>
                <a:latin typeface="Arial"/>
                <a:cs typeface="Arial"/>
              </a:rPr>
              <a:t>osa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84324" y="3699339"/>
            <a:ext cx="123251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b="1" dirty="0">
                <a:solidFill>
                  <a:srgbClr val="1D1D1D"/>
                </a:solidFill>
                <a:latin typeface="Arial"/>
                <a:cs typeface="Arial"/>
              </a:rPr>
              <a:t>6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12484" y="4016331"/>
            <a:ext cx="471500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spc="18" dirty="0">
                <a:solidFill>
                  <a:srgbClr val="363636"/>
                </a:solidFill>
                <a:latin typeface="Arial"/>
                <a:cs typeface="Arial"/>
              </a:rPr>
              <a:t>setosa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84324" y="4021280"/>
            <a:ext cx="121978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sz="1200" dirty="0">
                <a:solidFill>
                  <a:srgbClr val="1D1D1D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12484" y="4348563"/>
            <a:ext cx="468393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spc="13" dirty="0">
                <a:solidFill>
                  <a:srgbClr val="363636"/>
                </a:solidFill>
                <a:latin typeface="Arial"/>
                <a:cs typeface="Arial"/>
              </a:rPr>
              <a:t>setosa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84324" y="4357707"/>
            <a:ext cx="123251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b="1" dirty="0">
                <a:solidFill>
                  <a:srgbClr val="1D1D1D"/>
                </a:solidFill>
                <a:latin typeface="Arial"/>
                <a:cs typeface="Arial"/>
              </a:rPr>
              <a:t>8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12484" y="4674699"/>
            <a:ext cx="468393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spc="13" dirty="0">
                <a:solidFill>
                  <a:srgbClr val="363636"/>
                </a:solidFill>
                <a:latin typeface="Arial"/>
                <a:cs typeface="Arial"/>
              </a:rPr>
              <a:t>setosa</a:t>
            </a:r>
            <a:endParaRPr sz="11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084324" y="4686891"/>
            <a:ext cx="120144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b="1" dirty="0">
                <a:solidFill>
                  <a:srgbClr val="1D1D1D"/>
                </a:solidFill>
                <a:latin typeface="Arial"/>
                <a:cs typeface="Arial"/>
              </a:rPr>
              <a:t>9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136140" y="432934"/>
            <a:ext cx="4928621" cy="457200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12700">
              <a:lnSpc>
                <a:spcPts val="3575"/>
              </a:lnSpc>
            </a:pPr>
            <a:r>
              <a:rPr sz="3400" b="1" spc="-385" dirty="0">
                <a:solidFill>
                  <a:srgbClr val="EF6B00"/>
                </a:solidFill>
                <a:latin typeface="Arial"/>
                <a:cs typeface="Arial"/>
              </a:rPr>
              <a:t>K-Nearest Neigbhor Algorithm</a:t>
            </a:r>
            <a:endParaRPr sz="3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724147" y="1475806"/>
            <a:ext cx="952327" cy="228600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sz="1600" b="1" spc="70" dirty="0">
                <a:solidFill>
                  <a:srgbClr val="E9F2F4"/>
                </a:solidFill>
                <a:latin typeface="Times New Roman"/>
                <a:cs typeface="Times New Roman"/>
              </a:rPr>
              <a:t># of </a:t>
            </a:r>
            <a:r>
              <a:rPr sz="1500" b="1" spc="3" dirty="0">
                <a:solidFill>
                  <a:srgbClr val="E9F2F4"/>
                </a:solidFill>
                <a:latin typeface="Arial"/>
                <a:cs typeface="Arial"/>
              </a:rPr>
              <a:t>kicks</a:t>
            </a:r>
            <a:endParaRPr sz="15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27980" y="1475806"/>
            <a:ext cx="408167" cy="228600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sz="1600" b="1" spc="107" dirty="0">
                <a:solidFill>
                  <a:srgbClr val="E9F2F4"/>
                </a:solidFill>
                <a:latin typeface="Times New Roman"/>
                <a:cs typeface="Times New Roman"/>
              </a:rPr>
              <a:t># </a:t>
            </a:r>
            <a:r>
              <a:rPr sz="1500" b="1" spc="0" dirty="0">
                <a:solidFill>
                  <a:srgbClr val="E9F2F4"/>
                </a:solidFill>
                <a:latin typeface="Arial"/>
                <a:cs typeface="Arial"/>
              </a:rPr>
              <a:t>of</a:t>
            </a:r>
            <a:endParaRPr sz="15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01332" y="1475806"/>
            <a:ext cx="1296842" cy="228600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sz="1500" b="1" spc="-17" dirty="0">
                <a:solidFill>
                  <a:srgbClr val="E9F2F4"/>
                </a:solidFill>
                <a:latin typeface="Arial"/>
                <a:cs typeface="Arial"/>
              </a:rPr>
              <a:t>Type </a:t>
            </a:r>
            <a:r>
              <a:rPr sz="1600" b="1" spc="46" dirty="0">
                <a:solidFill>
                  <a:srgbClr val="E9F2F4"/>
                </a:solidFill>
                <a:latin typeface="Times New Roman"/>
                <a:cs typeface="Times New Roman"/>
              </a:rPr>
              <a:t>of </a:t>
            </a:r>
            <a:r>
              <a:rPr sz="1500" b="1" spc="-17" dirty="0">
                <a:solidFill>
                  <a:srgbClr val="E9F2F4"/>
                </a:solidFill>
                <a:latin typeface="Arial"/>
                <a:cs typeface="Arial"/>
              </a:rPr>
              <a:t>movie</a:t>
            </a:r>
            <a:endParaRPr sz="1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13763" y="1484951"/>
            <a:ext cx="1020747" cy="215900"/>
          </a:xfrm>
          <a:prstGeom prst="rect">
            <a:avLst/>
          </a:prstGeom>
        </p:spPr>
        <p:txBody>
          <a:bodyPr wrap="square" lIns="0" tIns="10382" rIns="0" bIns="0" rtlCol="0">
            <a:noAutofit/>
          </a:bodyPr>
          <a:lstStyle/>
          <a:p>
            <a:pPr marL="12700">
              <a:lnSpc>
                <a:spcPts val="1635"/>
              </a:lnSpc>
            </a:pPr>
            <a:r>
              <a:rPr sz="1500" b="1" spc="25" dirty="0">
                <a:solidFill>
                  <a:srgbClr val="E9F2F4"/>
                </a:solidFill>
                <a:latin typeface="Arial"/>
                <a:cs typeface="Arial"/>
              </a:rPr>
              <a:t>Movie title</a:t>
            </a:r>
            <a:endParaRPr sz="15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845556" y="1484951"/>
            <a:ext cx="618190" cy="215900"/>
          </a:xfrm>
          <a:prstGeom prst="rect">
            <a:avLst/>
          </a:prstGeom>
        </p:spPr>
        <p:txBody>
          <a:bodyPr wrap="square" lIns="0" tIns="10382" rIns="0" bIns="0" rtlCol="0">
            <a:noAutofit/>
          </a:bodyPr>
          <a:lstStyle/>
          <a:p>
            <a:pPr marL="12700">
              <a:lnSpc>
                <a:spcPts val="1635"/>
              </a:lnSpc>
            </a:pPr>
            <a:r>
              <a:rPr sz="1500" b="1" spc="-2" dirty="0">
                <a:solidFill>
                  <a:srgbClr val="E9F2F4"/>
                </a:solidFill>
                <a:latin typeface="Arial"/>
                <a:cs typeface="Arial"/>
              </a:rPr>
              <a:t>kisses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45100" y="1934800"/>
            <a:ext cx="407771" cy="1853930"/>
          </a:xfrm>
          <a:prstGeom prst="rect">
            <a:avLst/>
          </a:prstGeom>
        </p:spPr>
        <p:txBody>
          <a:bodyPr wrap="square" lIns="0" tIns="11811" rIns="0" bIns="0" rtlCol="0">
            <a:noAutofit/>
          </a:bodyPr>
          <a:lstStyle/>
          <a:p>
            <a:pPr marL="21844">
              <a:lnSpc>
                <a:spcPts val="1860"/>
              </a:lnSpc>
            </a:pPr>
            <a:r>
              <a:rPr sz="1700" spc="-124" dirty="0">
                <a:solidFill>
                  <a:srgbClr val="111117"/>
                </a:solidFill>
                <a:latin typeface="Courier New"/>
                <a:cs typeface="Courier New"/>
              </a:rPr>
              <a:t>1</a:t>
            </a:r>
            <a:r>
              <a:rPr sz="1700" spc="-124" dirty="0">
                <a:solidFill>
                  <a:srgbClr val="232123"/>
                </a:solidFill>
                <a:latin typeface="Courier New"/>
                <a:cs typeface="Courier New"/>
              </a:rPr>
              <a:t>04</a:t>
            </a:r>
            <a:endParaRPr sz="1700">
              <a:latin typeface="Courier New"/>
              <a:cs typeface="Courier New"/>
            </a:endParaRPr>
          </a:p>
          <a:p>
            <a:pPr marL="21844" marR="0">
              <a:lnSpc>
                <a:spcPct val="94401"/>
              </a:lnSpc>
              <a:spcBef>
                <a:spcPts val="1221"/>
              </a:spcBef>
            </a:pPr>
            <a:r>
              <a:rPr sz="1700" spc="-124" dirty="0">
                <a:solidFill>
                  <a:srgbClr val="111117"/>
                </a:solidFill>
                <a:latin typeface="Courier New"/>
                <a:cs typeface="Courier New"/>
              </a:rPr>
              <a:t>1</a:t>
            </a:r>
            <a:r>
              <a:rPr sz="1700" spc="-124" dirty="0">
                <a:solidFill>
                  <a:srgbClr val="232123"/>
                </a:solidFill>
                <a:latin typeface="Courier New"/>
                <a:cs typeface="Courier New"/>
              </a:rPr>
              <a:t>00</a:t>
            </a:r>
            <a:endParaRPr sz="1700">
              <a:latin typeface="Courier New"/>
              <a:cs typeface="Courier New"/>
            </a:endParaRPr>
          </a:p>
          <a:p>
            <a:pPr marL="12700" marR="32385">
              <a:lnSpc>
                <a:spcPct val="94401"/>
              </a:lnSpc>
              <a:spcBef>
                <a:spcPts val="1218"/>
              </a:spcBef>
            </a:pPr>
            <a:r>
              <a:rPr sz="1700" spc="14" dirty="0">
                <a:solidFill>
                  <a:srgbClr val="232123"/>
                </a:solidFill>
                <a:latin typeface="Courier New"/>
                <a:cs typeface="Courier New"/>
              </a:rPr>
              <a:t>8</a:t>
            </a:r>
            <a:r>
              <a:rPr sz="1700" spc="14" dirty="0">
                <a:solidFill>
                  <a:srgbClr val="111117"/>
                </a:solidFill>
                <a:latin typeface="Courier New"/>
                <a:cs typeface="Courier New"/>
              </a:rPr>
              <a:t>1</a:t>
            </a:r>
            <a:endParaRPr sz="1700">
              <a:latin typeface="Courier New"/>
              <a:cs typeface="Courier New"/>
            </a:endParaRPr>
          </a:p>
          <a:p>
            <a:pPr marL="21843" marR="32385">
              <a:lnSpc>
                <a:spcPct val="94401"/>
              </a:lnSpc>
              <a:spcBef>
                <a:spcPts val="1290"/>
              </a:spcBef>
            </a:pPr>
            <a:r>
              <a:rPr sz="1700" spc="-181" dirty="0">
                <a:solidFill>
                  <a:srgbClr val="111117"/>
                </a:solidFill>
                <a:latin typeface="Courier New"/>
                <a:cs typeface="Courier New"/>
              </a:rPr>
              <a:t>1</a:t>
            </a:r>
            <a:r>
              <a:rPr sz="1700" spc="-181" dirty="0">
                <a:solidFill>
                  <a:srgbClr val="232123"/>
                </a:solidFill>
                <a:latin typeface="Courier New"/>
                <a:cs typeface="Courier New"/>
              </a:rPr>
              <a:t>0</a:t>
            </a:r>
            <a:endParaRPr sz="1700">
              <a:latin typeface="Courier New"/>
              <a:cs typeface="Courier New"/>
            </a:endParaRPr>
          </a:p>
          <a:p>
            <a:pPr marL="12700" marR="32385">
              <a:lnSpc>
                <a:spcPct val="95825"/>
              </a:lnSpc>
              <a:spcBef>
                <a:spcPts val="1346"/>
              </a:spcBef>
            </a:pPr>
            <a:r>
              <a:rPr sz="1500" dirty="0">
                <a:solidFill>
                  <a:srgbClr val="232123"/>
                </a:solidFill>
                <a:latin typeface="Arial"/>
                <a:cs typeface="Arial"/>
              </a:rPr>
              <a:t>5</a:t>
            </a:r>
            <a:endParaRPr sz="15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2244" y="1942151"/>
            <a:ext cx="1307129" cy="215900"/>
          </a:xfrm>
          <a:prstGeom prst="rect">
            <a:avLst/>
          </a:prstGeom>
        </p:spPr>
        <p:txBody>
          <a:bodyPr wrap="square" lIns="0" tIns="10382" rIns="0" bIns="0" rtlCol="0">
            <a:noAutofit/>
          </a:bodyPr>
          <a:lstStyle/>
          <a:p>
            <a:pPr marL="12700">
              <a:lnSpc>
                <a:spcPts val="1635"/>
              </a:lnSpc>
            </a:pPr>
            <a:r>
              <a:rPr sz="1500" i="1" spc="14" dirty="0">
                <a:solidFill>
                  <a:srgbClr val="232123"/>
                </a:solidFill>
                <a:latin typeface="Arial"/>
                <a:cs typeface="Arial"/>
              </a:rPr>
              <a:t>California Man</a:t>
            </a:r>
            <a:endParaRPr sz="15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92500" y="1942151"/>
            <a:ext cx="159892" cy="215900"/>
          </a:xfrm>
          <a:prstGeom prst="rect">
            <a:avLst/>
          </a:prstGeom>
        </p:spPr>
        <p:txBody>
          <a:bodyPr wrap="square" lIns="0" tIns="10382" rIns="0" bIns="0" rtlCol="0">
            <a:noAutofit/>
          </a:bodyPr>
          <a:lstStyle/>
          <a:p>
            <a:pPr marL="12700">
              <a:lnSpc>
                <a:spcPts val="1635"/>
              </a:lnSpc>
            </a:pPr>
            <a:r>
              <a:rPr sz="1500" dirty="0">
                <a:solidFill>
                  <a:srgbClr val="232123"/>
                </a:solidFill>
                <a:latin typeface="Arial"/>
                <a:cs typeface="Arial"/>
              </a:rPr>
              <a:t>3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97700" y="1942151"/>
            <a:ext cx="856696" cy="215900"/>
          </a:xfrm>
          <a:prstGeom prst="rect">
            <a:avLst/>
          </a:prstGeom>
        </p:spPr>
        <p:txBody>
          <a:bodyPr wrap="square" lIns="0" tIns="10382" rIns="0" bIns="0" rtlCol="0">
            <a:noAutofit/>
          </a:bodyPr>
          <a:lstStyle/>
          <a:p>
            <a:pPr marL="12700">
              <a:lnSpc>
                <a:spcPts val="1635"/>
              </a:lnSpc>
            </a:pPr>
            <a:r>
              <a:rPr sz="1500" spc="-14" dirty="0">
                <a:solidFill>
                  <a:srgbClr val="232123"/>
                </a:solidFill>
                <a:latin typeface="Arial"/>
                <a:cs typeface="Arial"/>
              </a:rPr>
              <a:t>Romance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2244" y="2350583"/>
            <a:ext cx="1736379" cy="215900"/>
          </a:xfrm>
          <a:prstGeom prst="rect">
            <a:avLst/>
          </a:prstGeom>
        </p:spPr>
        <p:txBody>
          <a:bodyPr wrap="square" lIns="0" tIns="10382" rIns="0" bIns="0" rtlCol="0">
            <a:noAutofit/>
          </a:bodyPr>
          <a:lstStyle/>
          <a:p>
            <a:pPr marL="12700">
              <a:lnSpc>
                <a:spcPts val="1635"/>
              </a:lnSpc>
            </a:pPr>
            <a:r>
              <a:rPr sz="1500" i="1" spc="7" dirty="0">
                <a:solidFill>
                  <a:srgbClr val="232123"/>
                </a:solidFill>
                <a:latin typeface="Arial"/>
                <a:cs typeface="Arial"/>
              </a:rPr>
              <a:t>He's Not Really into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34844" y="2350583"/>
            <a:ext cx="593470" cy="215900"/>
          </a:xfrm>
          <a:prstGeom prst="rect">
            <a:avLst/>
          </a:prstGeom>
        </p:spPr>
        <p:txBody>
          <a:bodyPr wrap="square" lIns="0" tIns="10382" rIns="0" bIns="0" rtlCol="0">
            <a:noAutofit/>
          </a:bodyPr>
          <a:lstStyle/>
          <a:p>
            <a:pPr marL="12700">
              <a:lnSpc>
                <a:spcPts val="1635"/>
              </a:lnSpc>
            </a:pPr>
            <a:r>
              <a:rPr sz="1500" i="1" spc="-17" dirty="0">
                <a:solidFill>
                  <a:srgbClr val="232123"/>
                </a:solidFill>
                <a:latin typeface="Arial"/>
                <a:cs typeface="Arial"/>
              </a:rPr>
              <a:t>Dudes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98596" y="2350583"/>
            <a:ext cx="153537" cy="215900"/>
          </a:xfrm>
          <a:prstGeom prst="rect">
            <a:avLst/>
          </a:prstGeom>
        </p:spPr>
        <p:txBody>
          <a:bodyPr wrap="square" lIns="0" tIns="10382" rIns="0" bIns="0" rtlCol="0">
            <a:noAutofit/>
          </a:bodyPr>
          <a:lstStyle/>
          <a:p>
            <a:pPr marL="12700">
              <a:lnSpc>
                <a:spcPts val="1635"/>
              </a:lnSpc>
            </a:pPr>
            <a:r>
              <a:rPr sz="1500" dirty="0">
                <a:solidFill>
                  <a:srgbClr val="111117"/>
                </a:solidFill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94652" y="2353631"/>
            <a:ext cx="859744" cy="215900"/>
          </a:xfrm>
          <a:prstGeom prst="rect">
            <a:avLst/>
          </a:prstGeom>
        </p:spPr>
        <p:txBody>
          <a:bodyPr wrap="square" lIns="0" tIns="10382" rIns="0" bIns="0" rtlCol="0">
            <a:noAutofit/>
          </a:bodyPr>
          <a:lstStyle/>
          <a:p>
            <a:pPr marL="12700">
              <a:lnSpc>
                <a:spcPts val="1635"/>
              </a:lnSpc>
            </a:pPr>
            <a:r>
              <a:rPr sz="1500" spc="-11" dirty="0">
                <a:solidFill>
                  <a:srgbClr val="232123"/>
                </a:solidFill>
                <a:latin typeface="Arial"/>
                <a:cs typeface="Arial"/>
              </a:rPr>
              <a:t>Romance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92500" y="2748616"/>
            <a:ext cx="410895" cy="1868932"/>
          </a:xfrm>
          <a:prstGeom prst="rect">
            <a:avLst/>
          </a:prstGeom>
        </p:spPr>
        <p:txBody>
          <a:bodyPr wrap="square" lIns="0" tIns="11811" rIns="0" bIns="0" rtlCol="0">
            <a:noAutofit/>
          </a:bodyPr>
          <a:lstStyle/>
          <a:p>
            <a:pPr marL="21843" marR="32385">
              <a:lnSpc>
                <a:spcPts val="1860"/>
              </a:lnSpc>
            </a:pPr>
            <a:r>
              <a:rPr sz="1700" spc="-254" dirty="0">
                <a:solidFill>
                  <a:srgbClr val="232123"/>
                </a:solidFill>
                <a:latin typeface="Courier New"/>
                <a:cs typeface="Courier New"/>
              </a:rPr>
              <a:t>1</a:t>
            </a:r>
            <a:endParaRPr sz="1700">
              <a:latin typeface="Courier New"/>
              <a:cs typeface="Courier New"/>
            </a:endParaRPr>
          </a:p>
          <a:p>
            <a:pPr marL="21843">
              <a:lnSpc>
                <a:spcPct val="94401"/>
              </a:lnSpc>
              <a:spcBef>
                <a:spcPts val="1197"/>
              </a:spcBef>
            </a:pPr>
            <a:r>
              <a:rPr sz="1700" spc="-117" dirty="0">
                <a:solidFill>
                  <a:srgbClr val="232123"/>
                </a:solidFill>
                <a:latin typeface="Courier New"/>
                <a:cs typeface="Courier New"/>
              </a:rPr>
              <a:t>101</a:t>
            </a:r>
            <a:endParaRPr sz="1700">
              <a:latin typeface="Courier New"/>
              <a:cs typeface="Courier New"/>
            </a:endParaRPr>
          </a:p>
          <a:p>
            <a:pPr marL="12700" marR="32385">
              <a:lnSpc>
                <a:spcPct val="94401"/>
              </a:lnSpc>
              <a:spcBef>
                <a:spcPts val="1290"/>
              </a:spcBef>
            </a:pPr>
            <a:r>
              <a:rPr sz="1700" spc="12" dirty="0">
                <a:solidFill>
                  <a:srgbClr val="232123"/>
                </a:solidFill>
                <a:latin typeface="Courier New"/>
                <a:cs typeface="Courier New"/>
              </a:rPr>
              <a:t>99</a:t>
            </a:r>
            <a:endParaRPr sz="1700">
              <a:latin typeface="Courier New"/>
              <a:cs typeface="Courier New"/>
            </a:endParaRPr>
          </a:p>
          <a:p>
            <a:pPr marL="12700" marR="32385">
              <a:lnSpc>
                <a:spcPct val="94401"/>
              </a:lnSpc>
              <a:spcBef>
                <a:spcPts val="1218"/>
              </a:spcBef>
            </a:pPr>
            <a:r>
              <a:rPr sz="1700" spc="12" dirty="0">
                <a:solidFill>
                  <a:srgbClr val="232123"/>
                </a:solidFill>
                <a:latin typeface="Courier New"/>
                <a:cs typeface="Courier New"/>
              </a:rPr>
              <a:t>98</a:t>
            </a:r>
            <a:endParaRPr sz="1700">
              <a:latin typeface="Courier New"/>
              <a:cs typeface="Courier New"/>
            </a:endParaRPr>
          </a:p>
          <a:p>
            <a:pPr marL="21844" marR="32385">
              <a:lnSpc>
                <a:spcPct val="94401"/>
              </a:lnSpc>
              <a:spcBef>
                <a:spcPts val="1314"/>
              </a:spcBef>
            </a:pPr>
            <a:r>
              <a:rPr sz="1700" spc="-135" dirty="0">
                <a:solidFill>
                  <a:srgbClr val="232123"/>
                </a:solidFill>
                <a:latin typeface="Courier New"/>
                <a:cs typeface="Courier New"/>
              </a:rPr>
              <a:t>18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2244" y="2752919"/>
            <a:ext cx="1526585" cy="215900"/>
          </a:xfrm>
          <a:prstGeom prst="rect">
            <a:avLst/>
          </a:prstGeom>
        </p:spPr>
        <p:txBody>
          <a:bodyPr wrap="square" lIns="0" tIns="10382" rIns="0" bIns="0" rtlCol="0">
            <a:noAutofit/>
          </a:bodyPr>
          <a:lstStyle/>
          <a:p>
            <a:pPr marL="12700">
              <a:lnSpc>
                <a:spcPts val="1635"/>
              </a:lnSpc>
            </a:pPr>
            <a:r>
              <a:rPr sz="1500" i="1" spc="-13" dirty="0">
                <a:solidFill>
                  <a:srgbClr val="232123"/>
                </a:solidFill>
                <a:latin typeface="Arial"/>
                <a:cs typeface="Arial"/>
              </a:rPr>
              <a:t>Beautiful  Woman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94652" y="2752919"/>
            <a:ext cx="859744" cy="215900"/>
          </a:xfrm>
          <a:prstGeom prst="rect">
            <a:avLst/>
          </a:prstGeom>
        </p:spPr>
        <p:txBody>
          <a:bodyPr wrap="square" lIns="0" tIns="10382" rIns="0" bIns="0" rtlCol="0">
            <a:noAutofit/>
          </a:bodyPr>
          <a:lstStyle/>
          <a:p>
            <a:pPr marL="12700">
              <a:lnSpc>
                <a:spcPts val="1635"/>
              </a:lnSpc>
            </a:pPr>
            <a:r>
              <a:rPr sz="1500" spc="-11" dirty="0">
                <a:solidFill>
                  <a:srgbClr val="232123"/>
                </a:solidFill>
                <a:latin typeface="Arial"/>
                <a:cs typeface="Arial"/>
              </a:rPr>
              <a:t>Romance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2243" y="3161351"/>
            <a:ext cx="1477558" cy="215900"/>
          </a:xfrm>
          <a:prstGeom prst="rect">
            <a:avLst/>
          </a:prstGeom>
        </p:spPr>
        <p:txBody>
          <a:bodyPr wrap="square" lIns="0" tIns="10382" rIns="0" bIns="0" rtlCol="0">
            <a:noAutofit/>
          </a:bodyPr>
          <a:lstStyle/>
          <a:p>
            <a:pPr marL="12700">
              <a:lnSpc>
                <a:spcPts val="1635"/>
              </a:lnSpc>
            </a:pPr>
            <a:r>
              <a:rPr sz="1500" i="1" spc="2" dirty="0">
                <a:solidFill>
                  <a:srgbClr val="232123"/>
                </a:solidFill>
                <a:latin typeface="Arial"/>
                <a:cs typeface="Arial"/>
              </a:rPr>
              <a:t>Kevin Longblade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79411" y="3161351"/>
            <a:ext cx="591390" cy="215900"/>
          </a:xfrm>
          <a:prstGeom prst="rect">
            <a:avLst/>
          </a:prstGeom>
        </p:spPr>
        <p:txBody>
          <a:bodyPr wrap="square" lIns="0" tIns="10382" rIns="0" bIns="0" rtlCol="0">
            <a:noAutofit/>
          </a:bodyPr>
          <a:lstStyle/>
          <a:p>
            <a:pPr marL="12700">
              <a:lnSpc>
                <a:spcPts val="1635"/>
              </a:lnSpc>
            </a:pPr>
            <a:r>
              <a:rPr sz="1500" spc="10" dirty="0">
                <a:solidFill>
                  <a:srgbClr val="232123"/>
                </a:solidFill>
                <a:latin typeface="Arial"/>
                <a:cs typeface="Arial"/>
              </a:rPr>
              <a:t>Act</a:t>
            </a:r>
            <a:r>
              <a:rPr sz="1500" spc="10" dirty="0">
                <a:solidFill>
                  <a:srgbClr val="3A3434"/>
                </a:solidFill>
                <a:latin typeface="Arial"/>
                <a:cs typeface="Arial"/>
              </a:rPr>
              <a:t>i</a:t>
            </a:r>
            <a:r>
              <a:rPr sz="1500" spc="10" dirty="0">
                <a:solidFill>
                  <a:srgbClr val="232123"/>
                </a:solidFill>
                <a:latin typeface="Arial"/>
                <a:cs typeface="Arial"/>
              </a:rPr>
              <a:t>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2244" y="3569783"/>
            <a:ext cx="1617096" cy="215900"/>
          </a:xfrm>
          <a:prstGeom prst="rect">
            <a:avLst/>
          </a:prstGeom>
        </p:spPr>
        <p:txBody>
          <a:bodyPr wrap="square" lIns="0" tIns="10382" rIns="0" bIns="0" rtlCol="0">
            <a:noAutofit/>
          </a:bodyPr>
          <a:lstStyle/>
          <a:p>
            <a:pPr marL="12700">
              <a:lnSpc>
                <a:spcPts val="1635"/>
              </a:lnSpc>
            </a:pPr>
            <a:r>
              <a:rPr sz="1500" i="1" spc="18" dirty="0">
                <a:solidFill>
                  <a:srgbClr val="232123"/>
                </a:solidFill>
                <a:latin typeface="Arial"/>
                <a:cs typeface="Arial"/>
              </a:rPr>
              <a:t>Robo Slayer </a:t>
            </a:r>
            <a:r>
              <a:rPr sz="1500" spc="18" dirty="0">
                <a:solidFill>
                  <a:srgbClr val="232123"/>
                </a:solidFill>
                <a:latin typeface="Arial"/>
                <a:cs typeface="Arial"/>
              </a:rPr>
              <a:t>3000</a:t>
            </a:r>
            <a:endParaRPr sz="1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79412" y="3572831"/>
            <a:ext cx="591390" cy="215900"/>
          </a:xfrm>
          <a:prstGeom prst="rect">
            <a:avLst/>
          </a:prstGeom>
        </p:spPr>
        <p:txBody>
          <a:bodyPr wrap="square" lIns="0" tIns="10382" rIns="0" bIns="0" rtlCol="0">
            <a:noAutofit/>
          </a:bodyPr>
          <a:lstStyle/>
          <a:p>
            <a:pPr marL="12700">
              <a:lnSpc>
                <a:spcPts val="1635"/>
              </a:lnSpc>
            </a:pPr>
            <a:r>
              <a:rPr sz="1500" spc="10" dirty="0">
                <a:solidFill>
                  <a:srgbClr val="232123"/>
                </a:solidFill>
                <a:latin typeface="Arial"/>
                <a:cs typeface="Arial"/>
              </a:rPr>
              <a:t>Act</a:t>
            </a:r>
            <a:r>
              <a:rPr sz="1500" spc="10" dirty="0">
                <a:solidFill>
                  <a:srgbClr val="3A3434"/>
                </a:solidFill>
                <a:latin typeface="Arial"/>
                <a:cs typeface="Arial"/>
              </a:rPr>
              <a:t>i</a:t>
            </a:r>
            <a:r>
              <a:rPr sz="1500" spc="10" dirty="0">
                <a:solidFill>
                  <a:srgbClr val="232123"/>
                </a:solidFill>
                <a:latin typeface="Arial"/>
                <a:cs typeface="Arial"/>
              </a:rPr>
              <a:t>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0052" y="3969071"/>
            <a:ext cx="821274" cy="215900"/>
          </a:xfrm>
          <a:prstGeom prst="rect">
            <a:avLst/>
          </a:prstGeom>
        </p:spPr>
        <p:txBody>
          <a:bodyPr wrap="square" lIns="0" tIns="10382" rIns="0" bIns="0" rtlCol="0">
            <a:noAutofit/>
          </a:bodyPr>
          <a:lstStyle/>
          <a:p>
            <a:pPr marL="12700">
              <a:lnSpc>
                <a:spcPts val="1635"/>
              </a:lnSpc>
            </a:pPr>
            <a:r>
              <a:rPr sz="1500" i="1" spc="6" dirty="0">
                <a:solidFill>
                  <a:srgbClr val="232123"/>
                </a:solidFill>
                <a:latin typeface="Arial"/>
                <a:cs typeface="Arial"/>
              </a:rPr>
              <a:t>Amped II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45100" y="3972119"/>
            <a:ext cx="156715" cy="215900"/>
          </a:xfrm>
          <a:prstGeom prst="rect">
            <a:avLst/>
          </a:prstGeom>
        </p:spPr>
        <p:txBody>
          <a:bodyPr wrap="square" lIns="0" tIns="10382" rIns="0" bIns="0" rtlCol="0">
            <a:noAutofit/>
          </a:bodyPr>
          <a:lstStyle/>
          <a:p>
            <a:pPr marL="12700">
              <a:lnSpc>
                <a:spcPts val="1635"/>
              </a:lnSpc>
            </a:pPr>
            <a:r>
              <a:rPr sz="1500" dirty="0">
                <a:solidFill>
                  <a:srgbClr val="111117"/>
                </a:solidFill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9412" y="3972119"/>
            <a:ext cx="591390" cy="215900"/>
          </a:xfrm>
          <a:prstGeom prst="rect">
            <a:avLst/>
          </a:prstGeom>
        </p:spPr>
        <p:txBody>
          <a:bodyPr wrap="square" lIns="0" tIns="10382" rIns="0" bIns="0" rtlCol="0">
            <a:noAutofit/>
          </a:bodyPr>
          <a:lstStyle/>
          <a:p>
            <a:pPr marL="12700">
              <a:lnSpc>
                <a:spcPts val="1635"/>
              </a:lnSpc>
            </a:pPr>
            <a:r>
              <a:rPr sz="1500" spc="10" dirty="0">
                <a:solidFill>
                  <a:srgbClr val="232123"/>
                </a:solidFill>
                <a:latin typeface="Arial"/>
                <a:cs typeface="Arial"/>
              </a:rPr>
              <a:t>Act</a:t>
            </a:r>
            <a:r>
              <a:rPr sz="1500" spc="10" dirty="0">
                <a:solidFill>
                  <a:srgbClr val="3A3434"/>
                </a:solidFill>
                <a:latin typeface="Arial"/>
                <a:cs typeface="Arial"/>
              </a:rPr>
              <a:t>i</a:t>
            </a:r>
            <a:r>
              <a:rPr sz="1500" spc="10" dirty="0">
                <a:solidFill>
                  <a:srgbClr val="232123"/>
                </a:solidFill>
                <a:latin typeface="Arial"/>
                <a:cs typeface="Arial"/>
              </a:rPr>
              <a:t>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45100" y="4376248"/>
            <a:ext cx="280212" cy="241300"/>
          </a:xfrm>
          <a:prstGeom prst="rect">
            <a:avLst/>
          </a:prstGeom>
        </p:spPr>
        <p:txBody>
          <a:bodyPr wrap="square" lIns="0" tIns="11811" rIns="0" bIns="0" rtlCol="0">
            <a:noAutofit/>
          </a:bodyPr>
          <a:lstStyle/>
          <a:p>
            <a:pPr marL="12700">
              <a:lnSpc>
                <a:spcPts val="1860"/>
              </a:lnSpc>
            </a:pPr>
            <a:r>
              <a:rPr sz="1700" spc="-143" dirty="0">
                <a:solidFill>
                  <a:srgbClr val="232123"/>
                </a:solidFill>
                <a:latin typeface="Courier New"/>
                <a:cs typeface="Courier New"/>
              </a:rPr>
              <a:t>90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2244" y="4385139"/>
            <a:ext cx="138009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spc="109" dirty="0">
                <a:solidFill>
                  <a:srgbClr val="232123"/>
                </a:solidFill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997700" y="4383599"/>
            <a:ext cx="829934" cy="215900"/>
          </a:xfrm>
          <a:prstGeom prst="rect">
            <a:avLst/>
          </a:prstGeom>
        </p:spPr>
        <p:txBody>
          <a:bodyPr wrap="square" lIns="0" tIns="10382" rIns="0" bIns="0" rtlCol="0">
            <a:noAutofit/>
          </a:bodyPr>
          <a:lstStyle/>
          <a:p>
            <a:pPr marL="12700">
              <a:lnSpc>
                <a:spcPts val="1635"/>
              </a:lnSpc>
            </a:pPr>
            <a:r>
              <a:rPr sz="1500" spc="-21" dirty="0">
                <a:solidFill>
                  <a:srgbClr val="232123"/>
                </a:solidFill>
                <a:latin typeface="Arial"/>
                <a:cs typeface="Arial"/>
              </a:rPr>
              <a:t>Unknown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136140" y="432934"/>
            <a:ext cx="3251955" cy="457200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12700">
              <a:lnSpc>
                <a:spcPts val="3575"/>
              </a:lnSpc>
            </a:pPr>
            <a:r>
              <a:rPr sz="3400" b="1" spc="-390" dirty="0">
                <a:solidFill>
                  <a:srgbClr val="EF6B00"/>
                </a:solidFill>
                <a:latin typeface="Arial"/>
                <a:cs typeface="Arial"/>
              </a:rPr>
              <a:t>K-Nearest Neigbhor</a:t>
            </a:r>
            <a:endParaRPr sz="3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76163" y="432934"/>
            <a:ext cx="1688597" cy="457200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12700">
              <a:lnSpc>
                <a:spcPts val="3575"/>
              </a:lnSpc>
            </a:pPr>
            <a:r>
              <a:rPr sz="3400" b="1" spc="-383" dirty="0">
                <a:solidFill>
                  <a:srgbClr val="EF6B00"/>
                </a:solidFill>
                <a:latin typeface="Arial"/>
                <a:cs typeface="Arial"/>
              </a:rPr>
              <a:t>Algorithm</a:t>
            </a:r>
            <a:endParaRPr sz="3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04179" y="1804630"/>
            <a:ext cx="1486616" cy="347472"/>
          </a:xfrm>
          <a:prstGeom prst="rect">
            <a:avLst/>
          </a:prstGeom>
        </p:spPr>
        <p:txBody>
          <a:bodyPr wrap="square" lIns="0" tIns="7111" rIns="0" bIns="0" rtlCol="0">
            <a:noAutofit/>
          </a:bodyPr>
          <a:lstStyle/>
          <a:p>
            <a:pPr marL="149860" marR="19050">
              <a:lnSpc>
                <a:spcPts val="1120"/>
              </a:lnSpc>
            </a:pPr>
            <a:r>
              <a:rPr sz="1000" spc="-15" dirty="0">
                <a:solidFill>
                  <a:srgbClr val="626262"/>
                </a:solidFill>
                <a:latin typeface="Arial"/>
                <a:cs typeface="Arial"/>
              </a:rPr>
              <a:t>Californ</a:t>
            </a:r>
            <a:r>
              <a:rPr sz="1000" spc="-15" dirty="0">
                <a:solidFill>
                  <a:srgbClr val="7C7C7C"/>
                </a:solidFill>
                <a:latin typeface="Arial"/>
                <a:cs typeface="Arial"/>
              </a:rPr>
              <a:t>i</a:t>
            </a:r>
            <a:r>
              <a:rPr sz="1000" spc="-15" dirty="0">
                <a:solidFill>
                  <a:srgbClr val="626262"/>
                </a:solidFill>
                <a:latin typeface="Arial"/>
                <a:cs typeface="Arial"/>
              </a:rPr>
              <a:t>a Man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329"/>
              </a:spcBef>
            </a:pPr>
            <a:r>
              <a:rPr sz="1000" spc="-14" dirty="0">
                <a:solidFill>
                  <a:srgbClr val="626262"/>
                </a:solidFill>
                <a:latin typeface="Arial"/>
                <a:cs typeface="Arial"/>
              </a:rPr>
              <a:t>He</a:t>
            </a:r>
            <a:r>
              <a:rPr sz="1000" spc="-14" dirty="0">
                <a:solidFill>
                  <a:srgbClr val="8C8C8C"/>
                </a:solidFill>
                <a:latin typeface="Arial"/>
                <a:cs typeface="Arial"/>
              </a:rPr>
              <a:t>'</a:t>
            </a:r>
            <a:r>
              <a:rPr sz="1000" spc="-14" dirty="0">
                <a:solidFill>
                  <a:srgbClr val="626262"/>
                </a:solidFill>
                <a:latin typeface="Arial"/>
                <a:cs typeface="Arial"/>
              </a:rPr>
              <a:t>s </a:t>
            </a:r>
            <a:r>
              <a:rPr sz="1000" spc="-14" dirty="0">
                <a:solidFill>
                  <a:srgbClr val="444444"/>
                </a:solidFill>
                <a:latin typeface="Arial"/>
                <a:cs typeface="Arial"/>
              </a:rPr>
              <a:t>N</a:t>
            </a:r>
            <a:r>
              <a:rPr sz="1000" spc="-14" dirty="0">
                <a:solidFill>
                  <a:srgbClr val="626262"/>
                </a:solidFill>
                <a:latin typeface="Arial"/>
                <a:cs typeface="Arial"/>
              </a:rPr>
              <a:t>ot Really i</a:t>
            </a:r>
            <a:r>
              <a:rPr sz="1000" spc="-14" dirty="0">
                <a:solidFill>
                  <a:srgbClr val="444444"/>
                </a:solidFill>
                <a:latin typeface="Arial"/>
                <a:cs typeface="Arial"/>
              </a:rPr>
              <a:t>nt</a:t>
            </a:r>
            <a:r>
              <a:rPr sz="1000" spc="-14" dirty="0">
                <a:solidFill>
                  <a:srgbClr val="626262"/>
                </a:solidFill>
                <a:latin typeface="Arial"/>
                <a:cs typeface="Arial"/>
              </a:rPr>
              <a:t>o Dudes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36595" y="1824353"/>
            <a:ext cx="1792859" cy="215900"/>
          </a:xfrm>
          <a:prstGeom prst="rect">
            <a:avLst/>
          </a:prstGeom>
        </p:spPr>
        <p:txBody>
          <a:bodyPr wrap="square" lIns="0" tIns="10350" rIns="0" bIns="0" rtlCol="0">
            <a:noAutofit/>
          </a:bodyPr>
          <a:lstStyle/>
          <a:p>
            <a:pPr marL="12700">
              <a:lnSpc>
                <a:spcPts val="1630"/>
              </a:lnSpc>
            </a:pPr>
            <a:r>
              <a:rPr sz="1400" b="1" spc="-38" dirty="0">
                <a:solidFill>
                  <a:srgbClr val="EBF2F4"/>
                </a:solidFill>
                <a:latin typeface="Arial"/>
                <a:cs typeface="Arial"/>
              </a:rPr>
              <a:t>Distance to movie </a:t>
            </a:r>
            <a:r>
              <a:rPr sz="1500" spc="-12" dirty="0">
                <a:solidFill>
                  <a:srgbClr val="EBF2F4"/>
                </a:solidFill>
                <a:latin typeface="Times New Roman"/>
                <a:cs typeface="Times New Roman"/>
              </a:rPr>
              <a:t>"2"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5499" y="1833570"/>
            <a:ext cx="886565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sz="1400" b="1" spc="-24" dirty="0">
                <a:solidFill>
                  <a:srgbClr val="EBF2F4"/>
                </a:solidFill>
                <a:latin typeface="Arial"/>
                <a:cs typeface="Arial"/>
              </a:rPr>
              <a:t>Movie title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62859" y="2233861"/>
            <a:ext cx="407289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sz="1400" spc="86" dirty="0">
                <a:solidFill>
                  <a:srgbClr val="1A1A1D"/>
                </a:solidFill>
                <a:latin typeface="Times New Roman"/>
                <a:cs typeface="Times New Roman"/>
              </a:rPr>
              <a:t>20.5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1619" y="2243149"/>
            <a:ext cx="1143246" cy="190500"/>
          </a:xfrm>
          <a:prstGeom prst="rect">
            <a:avLst/>
          </a:prstGeom>
        </p:spPr>
        <p:txBody>
          <a:bodyPr wrap="square" lIns="0" tIns="9080" rIns="0" bIns="0" rtlCol="0">
            <a:noAutofit/>
          </a:bodyPr>
          <a:lstStyle/>
          <a:p>
            <a:pPr marL="12700">
              <a:lnSpc>
                <a:spcPts val="1430"/>
              </a:lnSpc>
            </a:pPr>
            <a:r>
              <a:rPr sz="1300" i="1" spc="16" dirty="0">
                <a:solidFill>
                  <a:srgbClr val="1A1A1D"/>
                </a:solidFill>
                <a:latin typeface="Arial"/>
                <a:cs typeface="Arial"/>
              </a:rPr>
              <a:t>California Man</a:t>
            </a:r>
            <a:endParaRPr sz="13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50227" y="2297620"/>
            <a:ext cx="158691" cy="228600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sz="1600" dirty="0">
                <a:solidFill>
                  <a:srgbClr val="1A1A1D"/>
                </a:solidFill>
                <a:latin typeface="Arial"/>
                <a:cs typeface="Arial"/>
              </a:rPr>
              <a:t>?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32323" y="2446611"/>
            <a:ext cx="184605" cy="1506858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43180" marR="10679">
              <a:lnSpc>
                <a:spcPts val="1225"/>
              </a:lnSpc>
            </a:pPr>
            <a:r>
              <a:rPr sz="1100" spc="213" dirty="0">
                <a:solidFill>
                  <a:srgbClr val="444444"/>
                </a:solidFill>
                <a:latin typeface="Arial"/>
                <a:cs typeface="Arial"/>
              </a:rPr>
              <a:t>c</a:t>
            </a:r>
            <a:endParaRPr sz="1100">
              <a:latin typeface="Arial"/>
              <a:cs typeface="Arial"/>
            </a:endParaRPr>
          </a:p>
          <a:p>
            <a:pPr marL="43180" marR="13663">
              <a:lnSpc>
                <a:spcPts val="1265"/>
              </a:lnSpc>
              <a:spcBef>
                <a:spcPts val="2"/>
              </a:spcBef>
            </a:pPr>
            <a:r>
              <a:rPr sz="1200" spc="125" dirty="0">
                <a:solidFill>
                  <a:srgbClr val="444444"/>
                </a:solidFill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  <a:p>
            <a:pPr marL="43180" marR="27997">
              <a:lnSpc>
                <a:spcPts val="660"/>
              </a:lnSpc>
            </a:pPr>
            <a:r>
              <a:rPr sz="800" spc="270" dirty="0">
                <a:solidFill>
                  <a:srgbClr val="444444"/>
                </a:solidFill>
                <a:latin typeface="Arial"/>
                <a:cs typeface="Arial"/>
              </a:rPr>
              <a:t>0</a:t>
            </a:r>
            <a:endParaRPr sz="800">
              <a:latin typeface="Arial"/>
              <a:cs typeface="Arial"/>
            </a:endParaRPr>
          </a:p>
          <a:p>
            <a:pPr marL="43180" marR="27997">
              <a:lnSpc>
                <a:spcPts val="550"/>
              </a:lnSpc>
            </a:pPr>
            <a:r>
              <a:rPr sz="600" spc="53" dirty="0">
                <a:solidFill>
                  <a:srgbClr val="444444"/>
                </a:solidFill>
                <a:latin typeface="Times New Roman"/>
                <a:cs typeface="Times New Roman"/>
              </a:rPr>
              <a:t>(/)</a:t>
            </a:r>
            <a:endParaRPr sz="600">
              <a:latin typeface="Times New Roman"/>
              <a:cs typeface="Times New Roman"/>
            </a:endParaRPr>
          </a:p>
          <a:p>
            <a:pPr marL="43180" marR="27997">
              <a:lnSpc>
                <a:spcPts val="705"/>
              </a:lnSpc>
              <a:spcBef>
                <a:spcPts val="7"/>
              </a:spcBef>
            </a:pPr>
            <a:r>
              <a:rPr sz="700" spc="36" dirty="0">
                <a:solidFill>
                  <a:srgbClr val="444444"/>
                </a:solidFill>
                <a:latin typeface="Times New Roman"/>
                <a:cs typeface="Times New Roman"/>
              </a:rPr>
              <a:t>(/)</a:t>
            </a:r>
            <a:endParaRPr sz="700">
              <a:latin typeface="Times New Roman"/>
              <a:cs typeface="Times New Roman"/>
            </a:endParaRPr>
          </a:p>
          <a:p>
            <a:pPr marL="15748" marR="7042">
              <a:lnSpc>
                <a:spcPts val="985"/>
              </a:lnSpc>
              <a:spcBef>
                <a:spcPts val="13"/>
              </a:spcBef>
            </a:pPr>
            <a:r>
              <a:rPr sz="1100" spc="396" dirty="0">
                <a:solidFill>
                  <a:srgbClr val="444444"/>
                </a:solidFill>
                <a:latin typeface="Arial"/>
                <a:cs typeface="Arial"/>
              </a:rPr>
              <a:t>5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ts val="1614"/>
              </a:lnSpc>
              <a:spcBef>
                <a:spcPts val="31"/>
              </a:spcBef>
            </a:pPr>
            <a:r>
              <a:rPr sz="2100" spc="-250" baseline="12423" dirty="0">
                <a:solidFill>
                  <a:srgbClr val="444444"/>
                </a:solidFill>
                <a:latin typeface="Times New Roman"/>
                <a:cs typeface="Times New Roman"/>
              </a:rPr>
              <a:t>•</a:t>
            </a:r>
            <a:r>
              <a:rPr sz="1350" spc="250" baseline="-9662" dirty="0">
                <a:solidFill>
                  <a:srgbClr val="444444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  <a:p>
            <a:pPr marL="46227" marR="27997">
              <a:lnSpc>
                <a:spcPct val="95825"/>
              </a:lnSpc>
              <a:spcBef>
                <a:spcPts val="9"/>
              </a:spcBef>
            </a:pPr>
            <a:r>
              <a:rPr sz="500" spc="197" dirty="0">
                <a:solidFill>
                  <a:srgbClr val="444444"/>
                </a:solidFill>
                <a:latin typeface="Times New Roman"/>
                <a:cs typeface="Times New Roman"/>
              </a:rPr>
              <a:t>\-</a:t>
            </a:r>
            <a:endParaRPr sz="500">
              <a:latin typeface="Times New Roman"/>
              <a:cs typeface="Times New Roman"/>
            </a:endParaRPr>
          </a:p>
          <a:p>
            <a:pPr marL="43179" marR="27997">
              <a:lnSpc>
                <a:spcPts val="645"/>
              </a:lnSpc>
              <a:spcBef>
                <a:spcPts val="32"/>
              </a:spcBef>
            </a:pPr>
            <a:r>
              <a:rPr sz="600" spc="12" dirty="0">
                <a:solidFill>
                  <a:srgbClr val="444444"/>
                </a:solidFill>
                <a:latin typeface="Arial"/>
                <a:cs typeface="Arial"/>
              </a:rPr>
              <a:t>Q)</a:t>
            </a:r>
            <a:endParaRPr sz="600">
              <a:latin typeface="Arial"/>
              <a:cs typeface="Arial"/>
            </a:endParaRPr>
          </a:p>
          <a:p>
            <a:pPr marL="15747" marR="27997">
              <a:lnSpc>
                <a:spcPts val="775"/>
              </a:lnSpc>
              <a:spcBef>
                <a:spcPts val="6"/>
              </a:spcBef>
            </a:pPr>
            <a:r>
              <a:rPr sz="800" spc="145" dirty="0">
                <a:solidFill>
                  <a:srgbClr val="444444"/>
                </a:solidFill>
                <a:latin typeface="Arial"/>
                <a:cs typeface="Arial"/>
              </a:rPr>
              <a:t>.0</a:t>
            </a:r>
            <a:endParaRPr sz="800">
              <a:latin typeface="Arial"/>
              <a:cs typeface="Arial"/>
            </a:endParaRPr>
          </a:p>
          <a:p>
            <a:pPr marL="43179" marR="5528">
              <a:lnSpc>
                <a:spcPts val="1245"/>
              </a:lnSpc>
              <a:spcBef>
                <a:spcPts val="23"/>
              </a:spcBef>
            </a:pPr>
            <a:r>
              <a:rPr sz="1400" dirty="0">
                <a:solidFill>
                  <a:srgbClr val="444444"/>
                </a:solidFill>
                <a:latin typeface="Times New Roman"/>
                <a:cs typeface="Times New Roman"/>
              </a:rPr>
              <a:t>E</a:t>
            </a:r>
            <a:endParaRPr sz="1400">
              <a:latin typeface="Times New Roman"/>
              <a:cs typeface="Times New Roman"/>
            </a:endParaRPr>
          </a:p>
          <a:p>
            <a:pPr marL="49275" marR="27997">
              <a:lnSpc>
                <a:spcPts val="535"/>
              </a:lnSpc>
            </a:pPr>
            <a:r>
              <a:rPr sz="700" spc="267" dirty="0">
                <a:solidFill>
                  <a:srgbClr val="444444"/>
                </a:solidFill>
                <a:latin typeface="Arial"/>
                <a:cs typeface="Arial"/>
              </a:rPr>
              <a:t>2</a:t>
            </a:r>
            <a:endParaRPr sz="700">
              <a:latin typeface="Arial"/>
              <a:cs typeface="Arial"/>
            </a:endParaRPr>
          </a:p>
          <a:p>
            <a:pPr marL="43179" marR="27997">
              <a:lnSpc>
                <a:spcPts val="915"/>
              </a:lnSpc>
              <a:spcBef>
                <a:spcPts val="19"/>
              </a:spcBef>
            </a:pPr>
            <a:r>
              <a:rPr sz="1000" spc="219" dirty="0">
                <a:solidFill>
                  <a:srgbClr val="444444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1619" y="2590477"/>
            <a:ext cx="2679191" cy="550671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R="13207" algn="r">
              <a:lnSpc>
                <a:spcPts val="1530"/>
              </a:lnSpc>
            </a:pPr>
            <a:r>
              <a:rPr sz="1300" spc="-29" dirty="0">
                <a:solidFill>
                  <a:srgbClr val="1A1A1D"/>
                </a:solidFill>
                <a:latin typeface="Arial"/>
                <a:cs typeface="Arial"/>
              </a:rPr>
              <a:t>H</a:t>
            </a:r>
            <a:r>
              <a:rPr sz="1300" spc="-25" dirty="0">
                <a:solidFill>
                  <a:srgbClr val="1A1A1D"/>
                </a:solidFill>
                <a:latin typeface="Arial"/>
                <a:cs typeface="Arial"/>
              </a:rPr>
              <a:t>e</a:t>
            </a:r>
            <a:r>
              <a:rPr sz="1300" spc="0" dirty="0">
                <a:solidFill>
                  <a:srgbClr val="1A1A1D"/>
                </a:solidFill>
                <a:latin typeface="Arial"/>
                <a:cs typeface="Arial"/>
              </a:rPr>
              <a:t>'s</a:t>
            </a:r>
            <a:r>
              <a:rPr sz="1300" spc="92" dirty="0">
                <a:solidFill>
                  <a:srgbClr val="1A1A1D"/>
                </a:solidFill>
                <a:latin typeface="Arial"/>
                <a:cs typeface="Arial"/>
              </a:rPr>
              <a:t> </a:t>
            </a:r>
            <a:r>
              <a:rPr sz="1300" i="1" spc="-76" dirty="0">
                <a:solidFill>
                  <a:srgbClr val="1A1A1D"/>
                </a:solidFill>
                <a:latin typeface="Arial"/>
                <a:cs typeface="Arial"/>
              </a:rPr>
              <a:t>N</a:t>
            </a:r>
            <a:r>
              <a:rPr sz="1300" i="1" spc="-24" dirty="0">
                <a:solidFill>
                  <a:srgbClr val="1A1A1D"/>
                </a:solidFill>
                <a:latin typeface="Arial"/>
                <a:cs typeface="Arial"/>
              </a:rPr>
              <a:t>o</a:t>
            </a:r>
            <a:r>
              <a:rPr sz="1300" i="1" spc="128" dirty="0">
                <a:solidFill>
                  <a:srgbClr val="1A1A1D"/>
                </a:solidFill>
                <a:latin typeface="Arial"/>
                <a:cs typeface="Arial"/>
              </a:rPr>
              <a:t>t</a:t>
            </a:r>
            <a:r>
              <a:rPr sz="1300" i="1" spc="39" dirty="0">
                <a:solidFill>
                  <a:srgbClr val="1A1A1D"/>
                </a:solidFill>
                <a:latin typeface="Arial"/>
                <a:cs typeface="Arial"/>
              </a:rPr>
              <a:t> </a:t>
            </a:r>
            <a:r>
              <a:rPr sz="1300" i="1" spc="-9" dirty="0">
                <a:solidFill>
                  <a:srgbClr val="1A1A1D"/>
                </a:solidFill>
                <a:latin typeface="Arial"/>
                <a:cs typeface="Arial"/>
              </a:rPr>
              <a:t>Rea</a:t>
            </a:r>
            <a:r>
              <a:rPr sz="1300" i="1" spc="0" dirty="0">
                <a:solidFill>
                  <a:srgbClr val="1A1A1D"/>
                </a:solidFill>
                <a:latin typeface="Arial"/>
                <a:cs typeface="Arial"/>
              </a:rPr>
              <a:t>l</a:t>
            </a:r>
            <a:r>
              <a:rPr sz="1300" i="1" spc="-64" dirty="0">
                <a:solidFill>
                  <a:srgbClr val="1A1A1D"/>
                </a:solidFill>
                <a:latin typeface="Arial"/>
                <a:cs typeface="Arial"/>
              </a:rPr>
              <a:t>l</a:t>
            </a:r>
            <a:r>
              <a:rPr sz="1300" i="1" spc="0" dirty="0">
                <a:solidFill>
                  <a:srgbClr val="1A1A1D"/>
                </a:solidFill>
                <a:latin typeface="Arial"/>
                <a:cs typeface="Arial"/>
              </a:rPr>
              <a:t>y</a:t>
            </a:r>
            <a:r>
              <a:rPr sz="1300" i="1" spc="79" dirty="0">
                <a:solidFill>
                  <a:srgbClr val="1A1A1D"/>
                </a:solidFill>
                <a:latin typeface="Arial"/>
                <a:cs typeface="Arial"/>
              </a:rPr>
              <a:t> </a:t>
            </a:r>
            <a:r>
              <a:rPr sz="1300" i="1" spc="48" dirty="0">
                <a:solidFill>
                  <a:srgbClr val="2D2D2D"/>
                </a:solidFill>
                <a:latin typeface="Arial"/>
                <a:cs typeface="Arial"/>
              </a:rPr>
              <a:t>i</a:t>
            </a:r>
            <a:r>
              <a:rPr sz="1300" i="1" spc="-24" dirty="0">
                <a:solidFill>
                  <a:srgbClr val="1A1A1D"/>
                </a:solidFill>
                <a:latin typeface="Arial"/>
                <a:cs typeface="Arial"/>
              </a:rPr>
              <a:t>n</a:t>
            </a:r>
            <a:r>
              <a:rPr sz="1300" i="1" spc="143" dirty="0">
                <a:solidFill>
                  <a:srgbClr val="1A1A1D"/>
                </a:solidFill>
                <a:latin typeface="Arial"/>
                <a:cs typeface="Arial"/>
              </a:rPr>
              <a:t>t</a:t>
            </a:r>
            <a:r>
              <a:rPr sz="1300" i="1" spc="-65" dirty="0">
                <a:solidFill>
                  <a:srgbClr val="1A1A1D"/>
                </a:solidFill>
                <a:latin typeface="Arial"/>
                <a:cs typeface="Arial"/>
              </a:rPr>
              <a:t>o</a:t>
            </a:r>
            <a:r>
              <a:rPr sz="1300" i="1" spc="134" dirty="0">
                <a:solidFill>
                  <a:srgbClr val="1A1A1D"/>
                </a:solidFill>
                <a:latin typeface="Arial"/>
                <a:cs typeface="Arial"/>
              </a:rPr>
              <a:t> </a:t>
            </a:r>
            <a:r>
              <a:rPr sz="1300" i="1" spc="-14" dirty="0">
                <a:solidFill>
                  <a:srgbClr val="1A1A1D"/>
                </a:solidFill>
                <a:latin typeface="Arial"/>
                <a:cs typeface="Arial"/>
              </a:rPr>
              <a:t>Du</a:t>
            </a:r>
            <a:r>
              <a:rPr sz="1300" i="1" spc="-19" dirty="0">
                <a:solidFill>
                  <a:srgbClr val="1A1A1D"/>
                </a:solidFill>
                <a:latin typeface="Arial"/>
                <a:cs typeface="Arial"/>
              </a:rPr>
              <a:t>d</a:t>
            </a:r>
            <a:r>
              <a:rPr sz="1300" i="1" spc="-14" dirty="0">
                <a:solidFill>
                  <a:srgbClr val="1A1A1D"/>
                </a:solidFill>
                <a:latin typeface="Arial"/>
                <a:cs typeface="Arial"/>
              </a:rPr>
              <a:t>e</a:t>
            </a:r>
            <a:r>
              <a:rPr sz="1300" i="1" spc="0" dirty="0">
                <a:solidFill>
                  <a:srgbClr val="1A1A1D"/>
                </a:solidFill>
                <a:latin typeface="Arial"/>
                <a:cs typeface="Arial"/>
              </a:rPr>
              <a:t>s     </a:t>
            </a:r>
            <a:r>
              <a:rPr sz="1300" i="1" spc="264" dirty="0">
                <a:solidFill>
                  <a:srgbClr val="1A1A1D"/>
                </a:solidFill>
                <a:latin typeface="Arial"/>
                <a:cs typeface="Arial"/>
              </a:rPr>
              <a:t> </a:t>
            </a:r>
            <a:r>
              <a:rPr sz="1400" spc="44" dirty="0">
                <a:solidFill>
                  <a:srgbClr val="1A1A1D"/>
                </a:solidFill>
                <a:latin typeface="Times New Roman"/>
                <a:cs typeface="Times New Roman"/>
              </a:rPr>
              <a:t>1</a:t>
            </a:r>
            <a:r>
              <a:rPr sz="1400" spc="163" dirty="0">
                <a:solidFill>
                  <a:srgbClr val="1A1A1D"/>
                </a:solidFill>
                <a:latin typeface="Times New Roman"/>
                <a:cs typeface="Times New Roman"/>
              </a:rPr>
              <a:t>8</a:t>
            </a:r>
            <a:r>
              <a:rPr sz="1400" spc="11" dirty="0">
                <a:solidFill>
                  <a:srgbClr val="1A1A1D"/>
                </a:solidFill>
                <a:latin typeface="Times New Roman"/>
                <a:cs typeface="Times New Roman"/>
              </a:rPr>
              <a:t>.</a:t>
            </a:r>
            <a:r>
              <a:rPr sz="1400" spc="55" dirty="0">
                <a:solidFill>
                  <a:srgbClr val="1A1A1D"/>
                </a:solidFill>
                <a:latin typeface="Times New Roman"/>
                <a:cs typeface="Times New Roman"/>
              </a:rPr>
              <a:t>7</a:t>
            </a:r>
            <a:endParaRPr sz="1400">
              <a:latin typeface="Times New Roman"/>
              <a:cs typeface="Times New Roman"/>
            </a:endParaRPr>
          </a:p>
          <a:p>
            <a:pPr marR="12700" algn="r">
              <a:lnSpc>
                <a:spcPct val="95825"/>
              </a:lnSpc>
              <a:spcBef>
                <a:spcPts val="1049"/>
              </a:spcBef>
            </a:pPr>
            <a:r>
              <a:rPr sz="1400" spc="69" dirty="0">
                <a:solidFill>
                  <a:srgbClr val="1A1A1D"/>
                </a:solidFill>
                <a:latin typeface="Times New Roman"/>
                <a:cs typeface="Times New Roman"/>
              </a:rPr>
              <a:t>19.2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55411" y="2627590"/>
            <a:ext cx="959098" cy="152400"/>
          </a:xfrm>
          <a:prstGeom prst="rect">
            <a:avLst/>
          </a:prstGeom>
        </p:spPr>
        <p:txBody>
          <a:bodyPr wrap="square" lIns="0" tIns="7111" rIns="0" bIns="0" rtlCol="0">
            <a:noAutofit/>
          </a:bodyPr>
          <a:lstStyle/>
          <a:p>
            <a:pPr marL="12700">
              <a:lnSpc>
                <a:spcPts val="1120"/>
              </a:lnSpc>
            </a:pPr>
            <a:r>
              <a:rPr sz="1000" spc="-16" dirty="0">
                <a:solidFill>
                  <a:srgbClr val="626262"/>
                </a:solidFill>
                <a:latin typeface="Arial"/>
                <a:cs typeface="Arial"/>
              </a:rPr>
              <a:t>Beautiful Woman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1619" y="2947237"/>
            <a:ext cx="1331598" cy="190500"/>
          </a:xfrm>
          <a:prstGeom prst="rect">
            <a:avLst/>
          </a:prstGeom>
        </p:spPr>
        <p:txBody>
          <a:bodyPr wrap="square" lIns="0" tIns="9080" rIns="0" bIns="0" rtlCol="0">
            <a:noAutofit/>
          </a:bodyPr>
          <a:lstStyle/>
          <a:p>
            <a:pPr marL="12700">
              <a:lnSpc>
                <a:spcPts val="1430"/>
              </a:lnSpc>
            </a:pPr>
            <a:r>
              <a:rPr sz="1300" i="1" spc="-7" dirty="0">
                <a:solidFill>
                  <a:srgbClr val="1A1A1D"/>
                </a:solidFill>
                <a:latin typeface="Arial"/>
                <a:cs typeface="Arial"/>
              </a:rPr>
              <a:t>Beautiful  Woman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93227" y="3069550"/>
            <a:ext cx="1007902" cy="152400"/>
          </a:xfrm>
          <a:prstGeom prst="rect">
            <a:avLst/>
          </a:prstGeom>
        </p:spPr>
        <p:txBody>
          <a:bodyPr wrap="square" lIns="0" tIns="7111" rIns="0" bIns="0" rtlCol="0">
            <a:noAutofit/>
          </a:bodyPr>
          <a:lstStyle/>
          <a:p>
            <a:pPr marL="12700">
              <a:lnSpc>
                <a:spcPts val="1120"/>
              </a:lnSpc>
            </a:pPr>
            <a:r>
              <a:rPr sz="1000" spc="10" dirty="0">
                <a:solidFill>
                  <a:srgbClr val="626262"/>
                </a:solidFill>
                <a:latin typeface="Arial"/>
                <a:cs typeface="Arial"/>
              </a:rPr>
              <a:t>Kevin Longblade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68955" y="3297613"/>
            <a:ext cx="511429" cy="907288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sz="1400" spc="92" dirty="0">
                <a:solidFill>
                  <a:srgbClr val="1A1A1D"/>
                </a:solidFill>
                <a:latin typeface="Times New Roman"/>
                <a:cs typeface="Times New Roman"/>
              </a:rPr>
              <a:t>115.3</a:t>
            </a:r>
            <a:endParaRPr sz="1400">
              <a:latin typeface="Times New Roman"/>
              <a:cs typeface="Times New Roman"/>
            </a:endParaRPr>
          </a:p>
          <a:p>
            <a:pPr marL="12700" marR="825">
              <a:lnSpc>
                <a:spcPct val="95825"/>
              </a:lnSpc>
              <a:spcBef>
                <a:spcPts val="1121"/>
              </a:spcBef>
            </a:pPr>
            <a:r>
              <a:rPr sz="1400" spc="90" dirty="0">
                <a:solidFill>
                  <a:srgbClr val="1A1A1D"/>
                </a:solidFill>
                <a:latin typeface="Times New Roman"/>
                <a:cs typeface="Times New Roman"/>
              </a:rPr>
              <a:t>117.4</a:t>
            </a:r>
            <a:endParaRPr sz="1400">
              <a:latin typeface="Times New Roman"/>
              <a:cs typeface="Times New Roman"/>
            </a:endParaRPr>
          </a:p>
          <a:p>
            <a:pPr marL="12700" marR="507">
              <a:lnSpc>
                <a:spcPct val="95825"/>
              </a:lnSpc>
              <a:spcBef>
                <a:spcPts val="1126"/>
              </a:spcBef>
            </a:pPr>
            <a:r>
              <a:rPr sz="1400" spc="93" dirty="0">
                <a:solidFill>
                  <a:srgbClr val="1A1A1D"/>
                </a:solidFill>
                <a:latin typeface="Times New Roman"/>
                <a:cs typeface="Times New Roman"/>
              </a:rPr>
              <a:t>118.9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1619" y="3306901"/>
            <a:ext cx="1292268" cy="190500"/>
          </a:xfrm>
          <a:prstGeom prst="rect">
            <a:avLst/>
          </a:prstGeom>
        </p:spPr>
        <p:txBody>
          <a:bodyPr wrap="square" lIns="0" tIns="9080" rIns="0" bIns="0" rtlCol="0">
            <a:noAutofit/>
          </a:bodyPr>
          <a:lstStyle/>
          <a:p>
            <a:pPr marL="12700">
              <a:lnSpc>
                <a:spcPts val="1430"/>
              </a:lnSpc>
            </a:pPr>
            <a:r>
              <a:rPr sz="1300" i="1" spc="6" dirty="0">
                <a:solidFill>
                  <a:srgbClr val="1A1A1D"/>
                </a:solidFill>
                <a:latin typeface="Arial"/>
                <a:cs typeface="Arial"/>
              </a:rPr>
              <a:t>Kevin Longblade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85963" y="3490174"/>
            <a:ext cx="1124457" cy="402336"/>
          </a:xfrm>
          <a:prstGeom prst="rect">
            <a:avLst/>
          </a:prstGeom>
        </p:spPr>
        <p:txBody>
          <a:bodyPr wrap="square" lIns="0" tIns="7111" rIns="0" bIns="0" rtlCol="0">
            <a:noAutofit/>
          </a:bodyPr>
          <a:lstStyle/>
          <a:p>
            <a:pPr marL="52324">
              <a:lnSpc>
                <a:spcPts val="1120"/>
              </a:lnSpc>
            </a:pPr>
            <a:r>
              <a:rPr sz="1000" spc="12" dirty="0">
                <a:solidFill>
                  <a:srgbClr val="626262"/>
                </a:solidFill>
                <a:latin typeface="Arial"/>
                <a:cs typeface="Arial"/>
              </a:rPr>
              <a:t>Robo Slayer 3000</a:t>
            </a:r>
            <a:endParaRPr sz="1000">
              <a:latin typeface="Arial"/>
              <a:cs typeface="Arial"/>
            </a:endParaRPr>
          </a:p>
          <a:p>
            <a:pPr marL="12700" marR="19050">
              <a:lnSpc>
                <a:spcPct val="95825"/>
              </a:lnSpc>
              <a:spcBef>
                <a:spcPts val="762"/>
              </a:spcBef>
            </a:pPr>
            <a:r>
              <a:rPr sz="1000" spc="14" dirty="0">
                <a:solidFill>
                  <a:srgbClr val="626262"/>
                </a:solidFill>
                <a:latin typeface="Arial"/>
                <a:cs typeface="Arial"/>
              </a:rPr>
              <a:t>Amped II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1619" y="3651181"/>
            <a:ext cx="1416558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sz="1300" i="1" spc="1" dirty="0">
                <a:solidFill>
                  <a:srgbClr val="1A1A1D"/>
                </a:solidFill>
                <a:latin typeface="Arial"/>
                <a:cs typeface="Arial"/>
              </a:rPr>
              <a:t>Robo Slayer </a:t>
            </a:r>
            <a:r>
              <a:rPr sz="1400" spc="100" dirty="0">
                <a:solidFill>
                  <a:srgbClr val="1A1A1D"/>
                </a:solidFill>
                <a:latin typeface="Times New Roman"/>
                <a:cs typeface="Times New Roman"/>
              </a:rPr>
              <a:t>3000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2475" y="4010989"/>
            <a:ext cx="719222" cy="190500"/>
          </a:xfrm>
          <a:prstGeom prst="rect">
            <a:avLst/>
          </a:prstGeom>
        </p:spPr>
        <p:txBody>
          <a:bodyPr wrap="square" lIns="0" tIns="9080" rIns="0" bIns="0" rtlCol="0">
            <a:noAutofit/>
          </a:bodyPr>
          <a:lstStyle/>
          <a:p>
            <a:pPr marL="12700">
              <a:lnSpc>
                <a:spcPts val="1430"/>
              </a:lnSpc>
            </a:pPr>
            <a:r>
              <a:rPr sz="1300" i="1" spc="21" dirty="0">
                <a:solidFill>
                  <a:srgbClr val="1A1A1D"/>
                </a:solidFill>
                <a:latin typeface="Arial"/>
                <a:cs typeface="Arial"/>
              </a:rPr>
              <a:t>Amped II</a:t>
            </a:r>
            <a:endParaRPr sz="13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796787" y="4056709"/>
            <a:ext cx="2144496" cy="190500"/>
          </a:xfrm>
          <a:prstGeom prst="rect">
            <a:avLst/>
          </a:prstGeom>
        </p:spPr>
        <p:txBody>
          <a:bodyPr wrap="square" lIns="0" tIns="9080" rIns="0" bIns="0" rtlCol="0">
            <a:noAutofit/>
          </a:bodyPr>
          <a:lstStyle/>
          <a:p>
            <a:pPr marL="12700">
              <a:lnSpc>
                <a:spcPts val="1430"/>
              </a:lnSpc>
            </a:pPr>
            <a:r>
              <a:rPr sz="1300" spc="0" dirty="0">
                <a:solidFill>
                  <a:srgbClr val="444444"/>
                </a:solidFill>
                <a:latin typeface="Arial"/>
                <a:cs typeface="Arial"/>
              </a:rPr>
              <a:t>number o</a:t>
            </a:r>
            <a:r>
              <a:rPr sz="1300" spc="0" dirty="0">
                <a:solidFill>
                  <a:srgbClr val="2D2D2D"/>
                </a:solidFill>
                <a:latin typeface="Arial"/>
                <a:cs typeface="Arial"/>
              </a:rPr>
              <a:t>f </a:t>
            </a:r>
            <a:r>
              <a:rPr sz="1300" spc="0" dirty="0">
                <a:solidFill>
                  <a:srgbClr val="444444"/>
                </a:solidFill>
                <a:latin typeface="Arial"/>
                <a:cs typeface="Arial"/>
              </a:rPr>
              <a:t>kicks in the movie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36140" y="432934"/>
            <a:ext cx="4928621" cy="457200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12700">
              <a:lnSpc>
                <a:spcPts val="3575"/>
              </a:lnSpc>
            </a:pPr>
            <a:r>
              <a:rPr sz="3400" b="1" spc="-385" dirty="0">
                <a:solidFill>
                  <a:srgbClr val="EF6B00"/>
                </a:solidFill>
                <a:latin typeface="Arial"/>
                <a:cs typeface="Arial"/>
              </a:rPr>
              <a:t>K-Nearest Neigbhor Algorithm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739" y="1585000"/>
            <a:ext cx="6737332" cy="2013204"/>
          </a:xfrm>
          <a:prstGeom prst="rect">
            <a:avLst/>
          </a:prstGeom>
        </p:spPr>
        <p:txBody>
          <a:bodyPr wrap="square" lIns="0" tIns="16827" rIns="0" bIns="0" rtlCol="0">
            <a:noAutofit/>
          </a:bodyPr>
          <a:lstStyle/>
          <a:p>
            <a:pPr marL="12700" marR="42064">
              <a:lnSpc>
                <a:spcPts val="2650"/>
              </a:lnSpc>
            </a:pPr>
            <a:r>
              <a:rPr sz="2500" i="1" spc="-48" dirty="0">
                <a:solidFill>
                  <a:srgbClr val="262428"/>
                </a:solidFill>
                <a:latin typeface="Times New Roman"/>
                <a:cs typeface="Times New Roman"/>
              </a:rPr>
              <a:t>For every point in our dataset:</a:t>
            </a:r>
            <a:endParaRPr sz="2500">
              <a:latin typeface="Times New Roman"/>
              <a:cs typeface="Times New Roman"/>
            </a:endParaRPr>
          </a:p>
          <a:p>
            <a:pPr marL="500379" indent="6096">
              <a:lnSpc>
                <a:spcPts val="2874"/>
              </a:lnSpc>
              <a:spcBef>
                <a:spcPts val="277"/>
              </a:spcBef>
            </a:pPr>
            <a:r>
              <a:rPr sz="2500" i="1" spc="-41" dirty="0">
                <a:solidFill>
                  <a:srgbClr val="262428"/>
                </a:solidFill>
                <a:latin typeface="Times New Roman"/>
                <a:cs typeface="Times New Roman"/>
              </a:rPr>
              <a:t>calculate the distance between inX and the current </a:t>
            </a:r>
            <a:endParaRPr sz="2500">
              <a:latin typeface="Times New Roman"/>
              <a:cs typeface="Times New Roman"/>
            </a:endParaRPr>
          </a:p>
          <a:p>
            <a:pPr marL="500379">
              <a:lnSpc>
                <a:spcPts val="2874"/>
              </a:lnSpc>
              <a:spcBef>
                <a:spcPts val="365"/>
              </a:spcBef>
            </a:pPr>
            <a:r>
              <a:rPr sz="2500" i="1" spc="-68" dirty="0">
                <a:solidFill>
                  <a:srgbClr val="262428"/>
                </a:solidFill>
                <a:latin typeface="Times New Roman"/>
                <a:cs typeface="Times New Roman"/>
              </a:rPr>
              <a:t>sort the </a:t>
            </a:r>
            <a:r>
              <a:rPr sz="2500" i="1" spc="-68" dirty="0">
                <a:solidFill>
                  <a:srgbClr val="0000FF"/>
                </a:solidFill>
                <a:latin typeface="Times New Roman"/>
                <a:cs typeface="Times New Roman"/>
              </a:rPr>
              <a:t>\</a:t>
            </a:r>
            <a:r>
              <a:rPr sz="2500" i="1" spc="-68" dirty="0">
                <a:solidFill>
                  <a:srgbClr val="262428"/>
                </a:solidFill>
                <a:latin typeface="Times New Roman"/>
                <a:cs typeface="Times New Roman"/>
              </a:rPr>
              <a:t>distances</a:t>
            </a:r>
            <a:r>
              <a:rPr sz="2400" spc="-68" dirty="0">
                <a:solidFill>
                  <a:srgbClr val="0000FF"/>
                </a:solidFill>
                <a:latin typeface="Times New Roman"/>
                <a:cs typeface="Times New Roman"/>
              </a:rPr>
              <a:t>]</a:t>
            </a:r>
            <a:r>
              <a:rPr sz="2400" spc="-68" dirty="0">
                <a:solidFill>
                  <a:srgbClr val="262428"/>
                </a:solidFill>
                <a:latin typeface="Times New Roman"/>
                <a:cs typeface="Times New Roman"/>
              </a:rPr>
              <a:t>in </a:t>
            </a:r>
            <a:r>
              <a:rPr sz="2500" i="1" spc="-68" dirty="0">
                <a:solidFill>
                  <a:srgbClr val="262428"/>
                </a:solidFill>
                <a:latin typeface="Times New Roman"/>
                <a:cs typeface="Times New Roman"/>
              </a:rPr>
              <a:t>increasing order</a:t>
            </a:r>
            <a:endParaRPr sz="2500">
              <a:latin typeface="Times New Roman"/>
              <a:cs typeface="Times New Roman"/>
            </a:endParaRPr>
          </a:p>
          <a:p>
            <a:pPr marL="512571" marR="42064">
              <a:lnSpc>
                <a:spcPct val="95825"/>
              </a:lnSpc>
              <a:spcBef>
                <a:spcPts val="400"/>
              </a:spcBef>
            </a:pPr>
            <a:r>
              <a:rPr sz="2500" i="1" spc="-34" dirty="0">
                <a:solidFill>
                  <a:srgbClr val="262428"/>
                </a:solidFill>
                <a:latin typeface="Times New Roman"/>
                <a:cs typeface="Times New Roman"/>
              </a:rPr>
              <a:t>take k items with lowest distances to inX</a:t>
            </a:r>
            <a:endParaRPr sz="2500">
              <a:latin typeface="Times New Roman"/>
              <a:cs typeface="Times New Roman"/>
            </a:endParaRPr>
          </a:p>
          <a:p>
            <a:pPr marL="445515" marR="42064">
              <a:lnSpc>
                <a:spcPct val="95825"/>
              </a:lnSpc>
              <a:spcBef>
                <a:spcPts val="484"/>
              </a:spcBef>
            </a:pPr>
            <a:r>
              <a:rPr sz="2500" i="1" spc="-46" dirty="0">
                <a:solidFill>
                  <a:srgbClr val="262428"/>
                </a:solidFill>
                <a:latin typeface="Times New Roman"/>
                <a:cs typeface="Times New Roman"/>
              </a:rPr>
              <a:t>find the</a:t>
            </a:r>
            <a:r>
              <a:rPr sz="2500" i="1" spc="-46" dirty="0">
                <a:solidFill>
                  <a:srgbClr val="970000"/>
                </a:solidFill>
                <a:latin typeface="Times New Roman"/>
                <a:cs typeface="Times New Roman"/>
              </a:rPr>
              <a:t>]</a:t>
            </a:r>
            <a:r>
              <a:rPr sz="2500" i="1" spc="-46" dirty="0">
                <a:solidFill>
                  <a:srgbClr val="262428"/>
                </a:solidFill>
                <a:latin typeface="Times New Roman"/>
                <a:cs typeface="Times New Roman"/>
              </a:rPr>
              <a:t>majority class]</a:t>
            </a:r>
            <a:r>
              <a:rPr sz="2500" i="1" spc="-46" dirty="0">
                <a:solidFill>
                  <a:srgbClr val="521415"/>
                </a:solidFill>
                <a:latin typeface="Times New Roman"/>
                <a:cs typeface="Times New Roman"/>
              </a:rPr>
              <a:t>a</a:t>
            </a:r>
            <a:r>
              <a:rPr sz="2500" i="1" spc="-46" dirty="0">
                <a:solidFill>
                  <a:srgbClr val="262428"/>
                </a:solidFill>
                <a:latin typeface="Times New Roman"/>
                <a:cs typeface="Times New Roman"/>
              </a:rPr>
              <a:t>mong these items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95819" y="2002576"/>
            <a:ext cx="735285" cy="342900"/>
          </a:xfrm>
          <a:prstGeom prst="rect">
            <a:avLst/>
          </a:prstGeom>
        </p:spPr>
        <p:txBody>
          <a:bodyPr wrap="square" lIns="0" tIns="16827" rIns="0" bIns="0" rtlCol="0">
            <a:noAutofit/>
          </a:bodyPr>
          <a:lstStyle/>
          <a:p>
            <a:pPr marL="12700">
              <a:lnSpc>
                <a:spcPts val="2650"/>
              </a:lnSpc>
            </a:pPr>
            <a:r>
              <a:rPr sz="2500" i="1" spc="15" dirty="0">
                <a:solidFill>
                  <a:srgbClr val="262428"/>
                </a:solidFill>
                <a:latin typeface="Times New Roman"/>
                <a:cs typeface="Times New Roman"/>
              </a:rPr>
              <a:t>point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50467" y="3657640"/>
            <a:ext cx="7591806" cy="342900"/>
          </a:xfrm>
          <a:prstGeom prst="rect">
            <a:avLst/>
          </a:prstGeom>
        </p:spPr>
        <p:txBody>
          <a:bodyPr wrap="square" lIns="0" tIns="16827" rIns="0" bIns="0" rtlCol="0">
            <a:noAutofit/>
          </a:bodyPr>
          <a:lstStyle/>
          <a:p>
            <a:pPr marL="12700">
              <a:lnSpc>
                <a:spcPts val="2650"/>
              </a:lnSpc>
            </a:pPr>
            <a:r>
              <a:rPr sz="2500" i="1" spc="-33" dirty="0">
                <a:solidFill>
                  <a:srgbClr val="262428"/>
                </a:solidFill>
                <a:latin typeface="Times New Roman"/>
                <a:cs typeface="Times New Roman"/>
              </a:rPr>
              <a:t>return the majority class as our prediction for the class ofinX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2136140" y="443225"/>
            <a:ext cx="4922426" cy="444500"/>
          </a:xfrm>
          <a:prstGeom prst="rect">
            <a:avLst/>
          </a:prstGeom>
        </p:spPr>
        <p:txBody>
          <a:bodyPr wrap="square" lIns="0" tIns="22066" rIns="0" bIns="0" rtlCol="0">
            <a:noAutofit/>
          </a:bodyPr>
          <a:lstStyle/>
          <a:p>
            <a:pPr marL="12700">
              <a:lnSpc>
                <a:spcPts val="3475"/>
              </a:lnSpc>
            </a:pPr>
            <a:r>
              <a:rPr sz="3300" b="1" spc="-335" dirty="0">
                <a:solidFill>
                  <a:srgbClr val="EF6B00"/>
                </a:solidFill>
                <a:latin typeface="Arial"/>
                <a:cs typeface="Arial"/>
              </a:rPr>
              <a:t>K-Nearest Neighbor Algorithm</a:t>
            </a:r>
            <a:endParaRPr sz="33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39571" y="1307774"/>
            <a:ext cx="159702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800" b="1" spc="156" dirty="0">
                <a:solidFill>
                  <a:srgbClr val="A3E8DA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08379" y="1307774"/>
            <a:ext cx="4493460" cy="558307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 marR="26670">
              <a:lnSpc>
                <a:spcPts val="1939"/>
              </a:lnSpc>
            </a:pPr>
            <a:r>
              <a:rPr sz="1800" b="1" dirty="0">
                <a:solidFill>
                  <a:srgbClr val="695D46"/>
                </a:solidFill>
                <a:latin typeface="Arial"/>
                <a:cs typeface="Arial"/>
              </a:rPr>
              <a:t>Non parametric method</a:t>
            </a:r>
            <a:endParaRPr sz="1800">
              <a:latin typeface="Arial"/>
              <a:cs typeface="Arial"/>
            </a:endParaRPr>
          </a:p>
          <a:p>
            <a:pPr marL="460756">
              <a:lnSpc>
                <a:spcPct val="95825"/>
              </a:lnSpc>
              <a:spcBef>
                <a:spcPts val="680"/>
              </a:spcBef>
            </a:pPr>
            <a:r>
              <a:rPr sz="1400" spc="14" dirty="0">
                <a:solidFill>
                  <a:srgbClr val="695D46"/>
                </a:solidFill>
                <a:latin typeface="Arial"/>
                <a:cs typeface="Arial"/>
              </a:rPr>
              <a:t>Can not be characterized  by a set of parameters.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462531" y="1976826"/>
            <a:ext cx="2445246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sz="1400" spc="27" dirty="0">
                <a:solidFill>
                  <a:srgbClr val="695D46"/>
                </a:solidFill>
                <a:latin typeface="Arial"/>
                <a:cs typeface="Arial"/>
              </a:rPr>
              <a:t>Do not make any assumption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925315" y="1976826"/>
            <a:ext cx="1710489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sz="1400" spc="41" dirty="0">
                <a:solidFill>
                  <a:srgbClr val="695D46"/>
                </a:solidFill>
                <a:latin typeface="Arial"/>
                <a:cs typeface="Arial"/>
              </a:rPr>
              <a:t>about the functional</a:t>
            </a:r>
            <a:endParaRPr sz="14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647435" y="1976826"/>
            <a:ext cx="440969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sz="1400" spc="65" dirty="0">
                <a:solidFill>
                  <a:srgbClr val="695D46"/>
                </a:solidFill>
                <a:latin typeface="Arial"/>
                <a:cs typeface="Arial"/>
              </a:rPr>
              <a:t>form</a:t>
            </a:r>
            <a:endParaRPr sz="14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96771" y="2323576"/>
            <a:ext cx="116724" cy="76200"/>
          </a:xfrm>
          <a:prstGeom prst="rect">
            <a:avLst/>
          </a:prstGeom>
        </p:spPr>
        <p:txBody>
          <a:bodyPr wrap="square" lIns="0" tIns="5715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400" i="1" spc="553" dirty="0">
                <a:solidFill>
                  <a:srgbClr val="A3E8DA"/>
                </a:solidFill>
                <a:latin typeface="Arial"/>
                <a:cs typeface="Arial"/>
              </a:rPr>
              <a:t>/</a:t>
            </a:r>
            <a:endParaRPr sz="4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937507" y="2498317"/>
            <a:ext cx="89979" cy="139700"/>
          </a:xfrm>
          <a:prstGeom prst="rect">
            <a:avLst/>
          </a:prstGeom>
        </p:spPr>
        <p:txBody>
          <a:bodyPr wrap="square" lIns="0" tIns="6477" rIns="0" bIns="0" rtlCol="0">
            <a:noAutofit/>
          </a:bodyPr>
          <a:lstStyle/>
          <a:p>
            <a:pPr marL="12700">
              <a:lnSpc>
                <a:spcPts val="1019"/>
              </a:lnSpc>
            </a:pPr>
            <a:r>
              <a:rPr sz="900" spc="-76" dirty="0">
                <a:solidFill>
                  <a:srgbClr val="4D4D4D"/>
                </a:solidFill>
                <a:latin typeface="Times New Roman"/>
                <a:cs typeface="Times New Roman"/>
              </a:rPr>
              <a:t>5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488683" y="2498317"/>
            <a:ext cx="93408" cy="139700"/>
          </a:xfrm>
          <a:prstGeom prst="rect">
            <a:avLst/>
          </a:prstGeom>
        </p:spPr>
        <p:txBody>
          <a:bodyPr wrap="square" lIns="0" tIns="6477" rIns="0" bIns="0" rtlCol="0">
            <a:noAutofit/>
          </a:bodyPr>
          <a:lstStyle/>
          <a:p>
            <a:pPr marL="12700">
              <a:lnSpc>
                <a:spcPts val="1019"/>
              </a:lnSpc>
            </a:pPr>
            <a:r>
              <a:rPr sz="900" dirty="0">
                <a:solidFill>
                  <a:srgbClr val="4D4D4D"/>
                </a:solidFill>
                <a:latin typeface="Times New Roman"/>
                <a:cs typeface="Times New Roman"/>
              </a:rPr>
              <a:t>5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39571" y="2513210"/>
            <a:ext cx="182562" cy="406400"/>
          </a:xfrm>
          <a:prstGeom prst="rect">
            <a:avLst/>
          </a:prstGeom>
        </p:spPr>
        <p:txBody>
          <a:bodyPr wrap="square" lIns="0" tIns="20097" rIns="0" bIns="0" rtlCol="0">
            <a:noAutofit/>
          </a:bodyPr>
          <a:lstStyle/>
          <a:p>
            <a:pPr marL="12700">
              <a:lnSpc>
                <a:spcPts val="3165"/>
              </a:lnSpc>
            </a:pPr>
            <a:r>
              <a:rPr sz="3000" spc="-262" dirty="0">
                <a:solidFill>
                  <a:srgbClr val="A3E8DA"/>
                </a:solidFill>
                <a:latin typeface="Arial"/>
                <a:cs typeface="Arial"/>
              </a:rPr>
              <a:t>•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08379" y="2563550"/>
            <a:ext cx="2039862" cy="558307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 marR="26669">
              <a:lnSpc>
                <a:spcPts val="1939"/>
              </a:lnSpc>
            </a:pPr>
            <a:r>
              <a:rPr sz="1800" b="1" spc="-72" dirty="0">
                <a:solidFill>
                  <a:srgbClr val="695D46"/>
                </a:solidFill>
                <a:latin typeface="Arial"/>
                <a:cs typeface="Arial"/>
              </a:rPr>
              <a:t>Distances</a:t>
            </a:r>
            <a:endParaRPr sz="1800" dirty="0">
              <a:latin typeface="Arial"/>
              <a:cs typeface="Arial"/>
            </a:endParaRPr>
          </a:p>
          <a:p>
            <a:pPr marL="466852">
              <a:lnSpc>
                <a:spcPct val="95825"/>
              </a:lnSpc>
              <a:spcBef>
                <a:spcPts val="680"/>
              </a:spcBef>
            </a:pPr>
            <a:r>
              <a:rPr sz="1400" spc="-15" dirty="0">
                <a:solidFill>
                  <a:srgbClr val="695D46"/>
                </a:solidFill>
                <a:latin typeface="Arial"/>
                <a:cs typeface="Arial"/>
              </a:rPr>
              <a:t>Euclidean  Distance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317739" y="2842097"/>
            <a:ext cx="594140" cy="273812"/>
          </a:xfrm>
          <a:prstGeom prst="rect">
            <a:avLst/>
          </a:prstGeom>
        </p:spPr>
        <p:txBody>
          <a:bodyPr wrap="square" lIns="0" tIns="6477" rIns="0" bIns="0" rtlCol="0">
            <a:noAutofit/>
          </a:bodyPr>
          <a:lstStyle/>
          <a:p>
            <a:pPr marL="12700" marR="17145">
              <a:lnSpc>
                <a:spcPts val="1019"/>
              </a:lnSpc>
            </a:pPr>
            <a:r>
              <a:rPr sz="900" spc="2" dirty="0">
                <a:solidFill>
                  <a:srgbClr val="383636"/>
                </a:solidFill>
                <a:latin typeface="Arial"/>
                <a:cs typeface="Arial"/>
              </a:rPr>
              <a:t>E</a:t>
            </a:r>
            <a:r>
              <a:rPr sz="900" spc="2" dirty="0">
                <a:solidFill>
                  <a:srgbClr val="262428"/>
                </a:solidFill>
                <a:latin typeface="Arial"/>
                <a:cs typeface="Arial"/>
              </a:rPr>
              <a:t>ucl</a:t>
            </a:r>
            <a:r>
              <a:rPr sz="900" spc="2" dirty="0">
                <a:solidFill>
                  <a:srgbClr val="383636"/>
                </a:solidFill>
                <a:latin typeface="Arial"/>
                <a:cs typeface="Arial"/>
              </a:rPr>
              <a:t>i</a:t>
            </a:r>
            <a:r>
              <a:rPr sz="900" spc="2" dirty="0">
                <a:solidFill>
                  <a:srgbClr val="262428"/>
                </a:solidFill>
                <a:latin typeface="Arial"/>
                <a:cs typeface="Arial"/>
              </a:rPr>
              <a:t>dea</a:t>
            </a:r>
            <a:r>
              <a:rPr sz="900" spc="2" dirty="0">
                <a:solidFill>
                  <a:srgbClr val="383636"/>
                </a:solidFill>
                <a:latin typeface="Arial"/>
                <a:cs typeface="Arial"/>
              </a:rPr>
              <a:t>n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</a:pPr>
            <a:r>
              <a:rPr sz="900" spc="-3" dirty="0">
                <a:solidFill>
                  <a:srgbClr val="151417"/>
                </a:solidFill>
                <a:latin typeface="Arial"/>
                <a:cs typeface="Arial"/>
              </a:rPr>
              <a:t>d</a:t>
            </a:r>
            <a:r>
              <a:rPr sz="900" spc="-3" dirty="0">
                <a:solidFill>
                  <a:srgbClr val="4D4D4D"/>
                </a:solidFill>
                <a:latin typeface="Arial"/>
                <a:cs typeface="Arial"/>
              </a:rPr>
              <a:t>i</a:t>
            </a:r>
            <a:r>
              <a:rPr sz="900" spc="-3" dirty="0">
                <a:solidFill>
                  <a:srgbClr val="262428"/>
                </a:solidFill>
                <a:latin typeface="Arial"/>
                <a:cs typeface="Arial"/>
              </a:rPr>
              <a:t>s</a:t>
            </a:r>
            <a:r>
              <a:rPr sz="900" spc="-3" dirty="0">
                <a:solidFill>
                  <a:srgbClr val="151417"/>
                </a:solidFill>
                <a:latin typeface="Arial"/>
                <a:cs typeface="Arial"/>
              </a:rPr>
              <a:t>t</a:t>
            </a:r>
            <a:r>
              <a:rPr sz="900" spc="-3" dirty="0">
                <a:solidFill>
                  <a:srgbClr val="262428"/>
                </a:solidFill>
                <a:latin typeface="Arial"/>
                <a:cs typeface="Arial"/>
              </a:rPr>
              <a:t>ance=</a:t>
            </a:r>
            <a:r>
              <a:rPr sz="900" spc="-3" dirty="0">
                <a:solidFill>
                  <a:srgbClr val="383636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931411" y="2929161"/>
            <a:ext cx="92963" cy="127000"/>
          </a:xfrm>
          <a:prstGeom prst="rect">
            <a:avLst/>
          </a:prstGeom>
        </p:spPr>
        <p:txBody>
          <a:bodyPr wrap="square" lIns="0" tIns="5810" rIns="0" bIns="0" rtlCol="0">
            <a:noAutofit/>
          </a:bodyPr>
          <a:lstStyle/>
          <a:p>
            <a:pPr marL="12700">
              <a:lnSpc>
                <a:spcPts val="915"/>
              </a:lnSpc>
            </a:pPr>
            <a:r>
              <a:rPr sz="800" spc="11" dirty="0">
                <a:solidFill>
                  <a:srgbClr val="383636"/>
                </a:solidFill>
                <a:latin typeface="Times New Roman"/>
                <a:cs typeface="Times New Roman"/>
              </a:rPr>
              <a:t>4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485635" y="2929161"/>
            <a:ext cx="92964" cy="127000"/>
          </a:xfrm>
          <a:prstGeom prst="rect">
            <a:avLst/>
          </a:prstGeom>
        </p:spPr>
        <p:txBody>
          <a:bodyPr wrap="square" lIns="0" tIns="5810" rIns="0" bIns="0" rtlCol="0">
            <a:noAutofit/>
          </a:bodyPr>
          <a:lstStyle/>
          <a:p>
            <a:pPr marL="12700">
              <a:lnSpc>
                <a:spcPts val="915"/>
              </a:lnSpc>
            </a:pPr>
            <a:r>
              <a:rPr sz="800" spc="11" dirty="0">
                <a:solidFill>
                  <a:srgbClr val="4D4D4D"/>
                </a:solidFill>
                <a:latin typeface="Times New Roman"/>
                <a:cs typeface="Times New Roman"/>
              </a:rPr>
              <a:t>4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040115" y="2976209"/>
            <a:ext cx="580703" cy="270763"/>
          </a:xfrm>
          <a:prstGeom prst="rect">
            <a:avLst/>
          </a:prstGeom>
        </p:spPr>
        <p:txBody>
          <a:bodyPr wrap="square" lIns="0" tIns="7175" rIns="0" bIns="0" rtlCol="0">
            <a:noAutofit/>
          </a:bodyPr>
          <a:lstStyle/>
          <a:p>
            <a:pPr marL="12700" indent="3048">
              <a:lnSpc>
                <a:spcPts val="1030"/>
              </a:lnSpc>
            </a:pPr>
            <a:r>
              <a:rPr sz="900" spc="-7" dirty="0">
                <a:solidFill>
                  <a:srgbClr val="262428"/>
                </a:solidFill>
                <a:latin typeface="Arial"/>
                <a:cs typeface="Arial"/>
              </a:rPr>
              <a:t>M</a:t>
            </a:r>
            <a:r>
              <a:rPr sz="900" spc="-20" dirty="0">
                <a:solidFill>
                  <a:srgbClr val="262428"/>
                </a:solidFill>
                <a:latin typeface="Arial"/>
                <a:cs typeface="Arial"/>
              </a:rPr>
              <a:t>a</a:t>
            </a:r>
            <a:r>
              <a:rPr sz="900" spc="4" dirty="0">
                <a:solidFill>
                  <a:srgbClr val="383636"/>
                </a:solidFill>
                <a:latin typeface="Arial"/>
                <a:cs typeface="Arial"/>
              </a:rPr>
              <a:t>n</a:t>
            </a:r>
            <a:r>
              <a:rPr sz="900" spc="4" dirty="0">
                <a:solidFill>
                  <a:srgbClr val="262428"/>
                </a:solidFill>
                <a:latin typeface="Arial"/>
                <a:cs typeface="Arial"/>
              </a:rPr>
              <a:t>ha</a:t>
            </a:r>
            <a:r>
              <a:rPr sz="900" spc="36" dirty="0">
                <a:solidFill>
                  <a:srgbClr val="383636"/>
                </a:solidFill>
                <a:latin typeface="Arial"/>
                <a:cs typeface="Arial"/>
              </a:rPr>
              <a:t>t</a:t>
            </a:r>
            <a:r>
              <a:rPr sz="900" spc="41" dirty="0">
                <a:solidFill>
                  <a:srgbClr val="383636"/>
                </a:solidFill>
                <a:latin typeface="Arial"/>
                <a:cs typeface="Arial"/>
              </a:rPr>
              <a:t>t</a:t>
            </a:r>
            <a:r>
              <a:rPr sz="900" spc="29" dirty="0">
                <a:solidFill>
                  <a:srgbClr val="262428"/>
                </a:solidFill>
                <a:latin typeface="Arial"/>
                <a:cs typeface="Arial"/>
              </a:rPr>
              <a:t>a</a:t>
            </a:r>
            <a:r>
              <a:rPr sz="900" spc="-95" dirty="0">
                <a:solidFill>
                  <a:srgbClr val="262428"/>
                </a:solidFill>
                <a:latin typeface="Arial"/>
                <a:cs typeface="Arial"/>
              </a:rPr>
              <a:t>n</a:t>
            </a:r>
            <a:r>
              <a:rPr sz="900" spc="-47" dirty="0">
                <a:solidFill>
                  <a:srgbClr val="262428"/>
                </a:solidFill>
                <a:latin typeface="Arial"/>
                <a:cs typeface="Arial"/>
              </a:rPr>
              <a:t> </a:t>
            </a:r>
            <a:r>
              <a:rPr sz="900" spc="4" dirty="0">
                <a:solidFill>
                  <a:srgbClr val="262428"/>
                </a:solidFill>
                <a:latin typeface="Arial"/>
                <a:cs typeface="Arial"/>
              </a:rPr>
              <a:t>d</a:t>
            </a:r>
            <a:r>
              <a:rPr sz="900" spc="-7" dirty="0">
                <a:solidFill>
                  <a:srgbClr val="383636"/>
                </a:solidFill>
                <a:latin typeface="Arial"/>
                <a:cs typeface="Arial"/>
              </a:rPr>
              <a:t>i</a:t>
            </a:r>
            <a:r>
              <a:rPr sz="900" spc="3" dirty="0">
                <a:solidFill>
                  <a:srgbClr val="262428"/>
                </a:solidFill>
                <a:latin typeface="Arial"/>
                <a:cs typeface="Arial"/>
              </a:rPr>
              <a:t>s</a:t>
            </a:r>
            <a:r>
              <a:rPr sz="900" spc="61" dirty="0">
                <a:solidFill>
                  <a:srgbClr val="383636"/>
                </a:solidFill>
                <a:latin typeface="Arial"/>
                <a:cs typeface="Arial"/>
              </a:rPr>
              <a:t>t</a:t>
            </a:r>
            <a:r>
              <a:rPr sz="900" spc="4" dirty="0">
                <a:solidFill>
                  <a:srgbClr val="262428"/>
                </a:solidFill>
                <a:latin typeface="Arial"/>
                <a:cs typeface="Arial"/>
              </a:rPr>
              <a:t>a</a:t>
            </a:r>
            <a:r>
              <a:rPr sz="900" spc="-20" dirty="0">
                <a:solidFill>
                  <a:srgbClr val="383636"/>
                </a:solidFill>
                <a:latin typeface="Arial"/>
                <a:cs typeface="Arial"/>
              </a:rPr>
              <a:t>n</a:t>
            </a:r>
            <a:r>
              <a:rPr sz="900" spc="53" dirty="0">
                <a:solidFill>
                  <a:srgbClr val="262428"/>
                </a:solidFill>
                <a:latin typeface="Arial"/>
                <a:cs typeface="Arial"/>
              </a:rPr>
              <a:t>c</a:t>
            </a:r>
            <a:r>
              <a:rPr sz="900" spc="4" dirty="0">
                <a:solidFill>
                  <a:srgbClr val="262428"/>
                </a:solidFill>
                <a:latin typeface="Arial"/>
                <a:cs typeface="Arial"/>
              </a:rPr>
              <a:t>e</a:t>
            </a:r>
            <a:r>
              <a:rPr sz="900" spc="51" dirty="0">
                <a:solidFill>
                  <a:srgbClr val="262428"/>
                </a:solidFill>
                <a:latin typeface="Arial"/>
                <a:cs typeface="Arial"/>
              </a:rPr>
              <a:t>=</a:t>
            </a:r>
            <a:r>
              <a:rPr sz="900" spc="-215" dirty="0">
                <a:solidFill>
                  <a:srgbClr val="151417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531867" y="3063029"/>
            <a:ext cx="133546" cy="292100"/>
          </a:xfrm>
          <a:prstGeom prst="rect">
            <a:avLst/>
          </a:prstGeom>
        </p:spPr>
        <p:txBody>
          <a:bodyPr wrap="square" lIns="0" tIns="14255" rIns="0" bIns="0" rtlCol="0">
            <a:noAutofit/>
          </a:bodyPr>
          <a:lstStyle/>
          <a:p>
            <a:pPr marL="12700">
              <a:lnSpc>
                <a:spcPts val="2245"/>
              </a:lnSpc>
            </a:pPr>
            <a:r>
              <a:rPr sz="2100" spc="-198" dirty="0">
                <a:solidFill>
                  <a:srgbClr val="3475A3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086091" y="3107273"/>
            <a:ext cx="109273" cy="139700"/>
          </a:xfrm>
          <a:prstGeom prst="rect">
            <a:avLst/>
          </a:prstGeom>
        </p:spPr>
        <p:txBody>
          <a:bodyPr wrap="square" lIns="0" tIns="6477" rIns="0" bIns="0" rtlCol="0">
            <a:noAutofit/>
          </a:bodyPr>
          <a:lstStyle/>
          <a:p>
            <a:pPr marL="12700">
              <a:lnSpc>
                <a:spcPts val="1019"/>
              </a:lnSpc>
            </a:pPr>
            <a:r>
              <a:rPr sz="900" spc="25" dirty="0">
                <a:solidFill>
                  <a:srgbClr val="3475A3"/>
                </a:solidFill>
                <a:latin typeface="Arial"/>
                <a:cs typeface="Arial"/>
              </a:rPr>
              <a:t>e</a:t>
            </a:r>
            <a:endParaRPr sz="9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462531" y="3232602"/>
            <a:ext cx="930308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sz="1400" spc="33" dirty="0">
                <a:solidFill>
                  <a:srgbClr val="695D46"/>
                </a:solidFill>
                <a:latin typeface="Arial"/>
                <a:cs typeface="Arial"/>
              </a:rPr>
              <a:t>Manhattan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416555" y="3232602"/>
            <a:ext cx="741414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sz="1400" spc="-1" dirty="0">
                <a:solidFill>
                  <a:srgbClr val="695D46"/>
                </a:solidFill>
                <a:latin typeface="Arial"/>
                <a:cs typeface="Arial"/>
              </a:rPr>
              <a:t>Distance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99819" y="3262646"/>
            <a:ext cx="58894" cy="76200"/>
          </a:xfrm>
          <a:prstGeom prst="rect">
            <a:avLst/>
          </a:prstGeom>
        </p:spPr>
        <p:txBody>
          <a:bodyPr wrap="square" lIns="0" tIns="5715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400" spc="129" dirty="0">
                <a:solidFill>
                  <a:srgbClr val="A3E8DA"/>
                </a:solidFill>
                <a:latin typeface="Times New Roman"/>
                <a:cs typeface="Times New Roman"/>
              </a:rPr>
              <a:t>f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937507" y="3345661"/>
            <a:ext cx="90550" cy="139700"/>
          </a:xfrm>
          <a:prstGeom prst="rect">
            <a:avLst/>
          </a:prstGeom>
        </p:spPr>
        <p:txBody>
          <a:bodyPr wrap="square" lIns="0" tIns="6477" rIns="0" bIns="0" rtlCol="0">
            <a:noAutofit/>
          </a:bodyPr>
          <a:lstStyle/>
          <a:p>
            <a:pPr marL="12700">
              <a:lnSpc>
                <a:spcPts val="1019"/>
              </a:lnSpc>
            </a:pPr>
            <a:r>
              <a:rPr sz="900" dirty="0">
                <a:solidFill>
                  <a:srgbClr val="4D4D4D"/>
                </a:solidFill>
                <a:latin typeface="Times New Roman"/>
                <a:cs typeface="Times New Roman"/>
              </a:rPr>
              <a:t>3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488683" y="3345661"/>
            <a:ext cx="93979" cy="139700"/>
          </a:xfrm>
          <a:prstGeom prst="rect">
            <a:avLst/>
          </a:prstGeom>
        </p:spPr>
        <p:txBody>
          <a:bodyPr wrap="square" lIns="0" tIns="6477" rIns="0" bIns="0" rtlCol="0">
            <a:noAutofit/>
          </a:bodyPr>
          <a:lstStyle/>
          <a:p>
            <a:pPr marL="12700">
              <a:lnSpc>
                <a:spcPts val="1019"/>
              </a:lnSpc>
            </a:pPr>
            <a:r>
              <a:rPr sz="900" dirty="0">
                <a:solidFill>
                  <a:srgbClr val="4D4D4D"/>
                </a:solidFill>
                <a:latin typeface="Times New Roman"/>
                <a:cs typeface="Times New Roman"/>
              </a:rPr>
              <a:t>3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63387" y="3442160"/>
            <a:ext cx="281495" cy="575956"/>
          </a:xfrm>
          <a:prstGeom prst="rect">
            <a:avLst/>
          </a:prstGeom>
        </p:spPr>
        <p:txBody>
          <a:bodyPr wrap="square" lIns="0" tIns="16287" rIns="0" bIns="0" rtlCol="0">
            <a:noAutofit/>
          </a:bodyPr>
          <a:lstStyle/>
          <a:p>
            <a:pPr marL="40132">
              <a:lnSpc>
                <a:spcPts val="2565"/>
              </a:lnSpc>
            </a:pPr>
            <a:r>
              <a:rPr sz="2100" spc="-166" dirty="0">
                <a:solidFill>
                  <a:srgbClr val="3475A3"/>
                </a:solidFill>
                <a:latin typeface="Arial"/>
                <a:cs typeface="Arial"/>
              </a:rPr>
              <a:t>• </a:t>
            </a:r>
            <a:r>
              <a:rPr sz="1800" spc="-166" baseline="48313" dirty="0">
                <a:solidFill>
                  <a:srgbClr val="151417"/>
                </a:solidFill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  <a:p>
            <a:pPr marL="12700" marR="46228">
              <a:lnSpc>
                <a:spcPct val="95825"/>
              </a:lnSpc>
              <a:spcBef>
                <a:spcPts val="724"/>
              </a:spcBef>
            </a:pPr>
            <a:r>
              <a:rPr sz="900" spc="17" dirty="0">
                <a:solidFill>
                  <a:srgbClr val="383636"/>
                </a:solidFill>
                <a:latin typeface="Arial"/>
                <a:cs typeface="Arial"/>
              </a:rPr>
              <a:t>@</a:t>
            </a:r>
            <a:endParaRPr sz="9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96771" y="3499678"/>
            <a:ext cx="155599" cy="228600"/>
          </a:xfrm>
          <a:prstGeom prst="rect">
            <a:avLst/>
          </a:prstGeom>
        </p:spPr>
        <p:txBody>
          <a:bodyPr wrap="square" lIns="0" tIns="11112" rIns="0" bIns="0" rtlCol="0">
            <a:noAutofit/>
          </a:bodyPr>
          <a:lstStyle/>
          <a:p>
            <a:pPr marL="12700">
              <a:lnSpc>
                <a:spcPts val="1750"/>
              </a:lnSpc>
            </a:pPr>
            <a:r>
              <a:rPr sz="1600" i="1" spc="-255" dirty="0">
                <a:solidFill>
                  <a:srgbClr val="A3E8DA"/>
                </a:solidFill>
                <a:latin typeface="Times New Roman"/>
                <a:cs typeface="Times New Roman"/>
              </a:rPr>
              <a:t>,</a:t>
            </a:r>
            <a:r>
              <a:rPr sz="1200" i="1" spc="-255" baseline="25364" dirty="0">
                <a:solidFill>
                  <a:srgbClr val="A3E8DA"/>
                </a:solidFill>
                <a:latin typeface="Times New Roman"/>
                <a:cs typeface="Times New Roman"/>
              </a:rPr>
              <a:t>r</a:t>
            </a:r>
            <a:r>
              <a:rPr sz="1600" i="1" spc="-255" dirty="0">
                <a:solidFill>
                  <a:srgbClr val="A3E8DA"/>
                </a:solidFill>
                <a:latin typeface="Times New Roman"/>
                <a:cs typeface="Times New Roman"/>
              </a:rPr>
              <a:t>.</a:t>
            </a:r>
            <a:r>
              <a:rPr sz="1200" i="1" spc="-255" baseline="25364" dirty="0">
                <a:solidFill>
                  <a:srgbClr val="A3E8DA"/>
                </a:solidFill>
                <a:latin typeface="Times New Roman"/>
                <a:cs typeface="Times New Roman"/>
              </a:rPr>
              <a:t>-</a:t>
            </a:r>
            <a:r>
              <a:rPr sz="1600" i="1" spc="-255" dirty="0">
                <a:solidFill>
                  <a:srgbClr val="A3E8DA"/>
                </a:solidFill>
                <a:latin typeface="Times New Roman"/>
                <a:cs typeface="Times New Roman"/>
              </a:rPr>
              <a:t>1</a:t>
            </a:r>
            <a:r>
              <a:rPr sz="1200" i="1" spc="-255" baseline="25364" dirty="0">
                <a:solidFill>
                  <a:srgbClr val="A3E8DA"/>
                </a:solidFill>
                <a:latin typeface="Times New Roman"/>
                <a:cs typeface="Times New Roman"/>
              </a:rPr>
              <a:t>..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769867" y="3543062"/>
            <a:ext cx="130375" cy="180610"/>
          </a:xfrm>
          <a:prstGeom prst="rect">
            <a:avLst/>
          </a:prstGeom>
        </p:spPr>
        <p:txBody>
          <a:bodyPr wrap="square" lIns="0" tIns="5715" rIns="0" bIns="0" rtlCol="0">
            <a:noAutofit/>
          </a:bodyPr>
          <a:lstStyle/>
          <a:p>
            <a:pPr marL="43180">
              <a:lnSpc>
                <a:spcPct val="95825"/>
              </a:lnSpc>
            </a:pPr>
            <a:r>
              <a:rPr sz="400" spc="81" dirty="0">
                <a:solidFill>
                  <a:srgbClr val="383636"/>
                </a:solidFill>
                <a:latin typeface="Times New Roman"/>
                <a:cs typeface="Times New Roman"/>
              </a:rPr>
              <a:t>(N</a:t>
            </a:r>
            <a:endParaRPr sz="400">
              <a:latin typeface="Times New Roman"/>
              <a:cs typeface="Times New Roman"/>
            </a:endParaRPr>
          </a:p>
          <a:p>
            <a:pPr marL="12700">
              <a:lnSpc>
                <a:spcPts val="830"/>
              </a:lnSpc>
              <a:spcBef>
                <a:spcPts val="41"/>
              </a:spcBef>
            </a:pPr>
            <a:r>
              <a:rPr sz="800" spc="239" dirty="0">
                <a:solidFill>
                  <a:srgbClr val="262428"/>
                </a:solidFill>
                <a:latin typeface="Times New Roman"/>
                <a:cs typeface="Times New Roman"/>
              </a:rPr>
              <a:t>¢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321043" y="3543062"/>
            <a:ext cx="130271" cy="180610"/>
          </a:xfrm>
          <a:prstGeom prst="rect">
            <a:avLst/>
          </a:prstGeom>
        </p:spPr>
        <p:txBody>
          <a:bodyPr wrap="square" lIns="0" tIns="5715" rIns="0" bIns="0" rtlCol="0">
            <a:noAutofit/>
          </a:bodyPr>
          <a:lstStyle/>
          <a:p>
            <a:pPr marL="40132">
              <a:lnSpc>
                <a:spcPct val="95825"/>
              </a:lnSpc>
            </a:pPr>
            <a:r>
              <a:rPr sz="400" spc="137" dirty="0">
                <a:solidFill>
                  <a:srgbClr val="383636"/>
                </a:solidFill>
                <a:latin typeface="Times New Roman"/>
                <a:cs typeface="Times New Roman"/>
              </a:rPr>
              <a:t>(u</a:t>
            </a:r>
            <a:endParaRPr sz="400">
              <a:latin typeface="Times New Roman"/>
              <a:cs typeface="Times New Roman"/>
            </a:endParaRPr>
          </a:p>
          <a:p>
            <a:pPr marL="12700">
              <a:lnSpc>
                <a:spcPts val="830"/>
              </a:lnSpc>
              <a:spcBef>
                <a:spcPts val="41"/>
              </a:spcBef>
            </a:pPr>
            <a:r>
              <a:rPr sz="800" spc="259" dirty="0">
                <a:solidFill>
                  <a:srgbClr val="262428"/>
                </a:solidFill>
                <a:latin typeface="Times New Roman"/>
                <a:cs typeface="Times New Roman"/>
              </a:rPr>
              <a:t>¢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26939" y="3750401"/>
            <a:ext cx="254765" cy="139700"/>
          </a:xfrm>
          <a:prstGeom prst="rect">
            <a:avLst/>
          </a:prstGeom>
        </p:spPr>
        <p:txBody>
          <a:bodyPr wrap="square" lIns="0" tIns="6477" rIns="0" bIns="0" rtlCol="0">
            <a:noAutofit/>
          </a:bodyPr>
          <a:lstStyle/>
          <a:p>
            <a:pPr marL="12700">
              <a:lnSpc>
                <a:spcPts val="1019"/>
              </a:lnSpc>
            </a:pPr>
            <a:r>
              <a:rPr sz="900" b="1" spc="234" dirty="0">
                <a:solidFill>
                  <a:srgbClr val="151417"/>
                </a:solidFill>
                <a:latin typeface="Arial"/>
                <a:cs typeface="Arial"/>
              </a:rPr>
              <a:t>C</a:t>
            </a:r>
            <a:r>
              <a:rPr sz="900" b="1" spc="234" dirty="0">
                <a:solidFill>
                  <a:srgbClr val="3475A3"/>
                </a:solidFill>
                <a:latin typeface="Arial"/>
                <a:cs typeface="Arial"/>
              </a:rPr>
              <a:t>o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37507" y="3776505"/>
            <a:ext cx="84836" cy="127000"/>
          </a:xfrm>
          <a:prstGeom prst="rect">
            <a:avLst/>
          </a:prstGeom>
        </p:spPr>
        <p:txBody>
          <a:bodyPr wrap="square" lIns="0" tIns="5810" rIns="0" bIns="0" rtlCol="0">
            <a:noAutofit/>
          </a:bodyPr>
          <a:lstStyle/>
          <a:p>
            <a:pPr marL="12700">
              <a:lnSpc>
                <a:spcPts val="915"/>
              </a:lnSpc>
            </a:pPr>
            <a:r>
              <a:rPr sz="800" dirty="0">
                <a:solidFill>
                  <a:srgbClr val="4D4D4D"/>
                </a:solidFill>
                <a:latin typeface="Times New Roman"/>
                <a:cs typeface="Times New Roman"/>
              </a:rPr>
              <a:t>2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88683" y="3776505"/>
            <a:ext cx="87884" cy="127000"/>
          </a:xfrm>
          <a:prstGeom prst="rect">
            <a:avLst/>
          </a:prstGeom>
        </p:spPr>
        <p:txBody>
          <a:bodyPr wrap="square" lIns="0" tIns="5810" rIns="0" bIns="0" rtlCol="0">
            <a:noAutofit/>
          </a:bodyPr>
          <a:lstStyle/>
          <a:p>
            <a:pPr marL="12700">
              <a:lnSpc>
                <a:spcPts val="915"/>
              </a:lnSpc>
            </a:pPr>
            <a:r>
              <a:rPr sz="800" dirty="0">
                <a:solidFill>
                  <a:srgbClr val="4D4D4D"/>
                </a:solidFill>
                <a:latin typeface="Times New Roman"/>
                <a:cs typeface="Times New Roman"/>
              </a:rPr>
              <a:t>2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80508" y="4014005"/>
            <a:ext cx="133546" cy="292100"/>
          </a:xfrm>
          <a:prstGeom prst="rect">
            <a:avLst/>
          </a:prstGeom>
        </p:spPr>
        <p:txBody>
          <a:bodyPr wrap="square" lIns="0" tIns="14255" rIns="0" bIns="0" rtlCol="0">
            <a:noAutofit/>
          </a:bodyPr>
          <a:lstStyle/>
          <a:p>
            <a:pPr marL="12700">
              <a:lnSpc>
                <a:spcPts val="2245"/>
              </a:lnSpc>
            </a:pPr>
            <a:r>
              <a:rPr sz="2100" spc="-198" dirty="0">
                <a:solidFill>
                  <a:srgbClr val="3475A3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46523" y="4114589"/>
            <a:ext cx="136347" cy="292099"/>
          </a:xfrm>
          <a:prstGeom prst="rect">
            <a:avLst/>
          </a:prstGeom>
        </p:spPr>
        <p:txBody>
          <a:bodyPr wrap="square" lIns="0" tIns="14255" rIns="0" bIns="0" rtlCol="0">
            <a:noAutofit/>
          </a:bodyPr>
          <a:lstStyle/>
          <a:p>
            <a:pPr marL="12700">
              <a:lnSpc>
                <a:spcPts val="2245"/>
              </a:lnSpc>
            </a:pPr>
            <a:r>
              <a:rPr sz="2100" spc="-176" dirty="0">
                <a:solidFill>
                  <a:srgbClr val="3475A3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97699" y="4114589"/>
            <a:ext cx="136347" cy="292099"/>
          </a:xfrm>
          <a:prstGeom prst="rect">
            <a:avLst/>
          </a:prstGeom>
        </p:spPr>
        <p:txBody>
          <a:bodyPr wrap="square" lIns="0" tIns="14255" rIns="0" bIns="0" rtlCol="0">
            <a:noAutofit/>
          </a:bodyPr>
          <a:lstStyle/>
          <a:p>
            <a:pPr marL="12700">
              <a:lnSpc>
                <a:spcPts val="2245"/>
              </a:lnSpc>
            </a:pPr>
            <a:r>
              <a:rPr sz="2100" spc="-176" dirty="0">
                <a:solidFill>
                  <a:srgbClr val="3475A3"/>
                </a:solidFill>
                <a:latin typeface="Arial"/>
                <a:cs typeface="Arial"/>
              </a:rPr>
              <a:t>•</a:t>
            </a:r>
            <a:endParaRPr sz="2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37507" y="4189957"/>
            <a:ext cx="89979" cy="139700"/>
          </a:xfrm>
          <a:prstGeom prst="rect">
            <a:avLst/>
          </a:prstGeom>
        </p:spPr>
        <p:txBody>
          <a:bodyPr wrap="square" lIns="0" tIns="6477" rIns="0" bIns="0" rtlCol="0">
            <a:noAutofit/>
          </a:bodyPr>
          <a:lstStyle/>
          <a:p>
            <a:pPr marL="12700">
              <a:lnSpc>
                <a:spcPts val="1019"/>
              </a:lnSpc>
            </a:pPr>
            <a:r>
              <a:rPr sz="900" spc="-76" dirty="0">
                <a:solidFill>
                  <a:srgbClr val="4D4D4D"/>
                </a:solidFill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91732" y="4189957"/>
            <a:ext cx="89979" cy="139700"/>
          </a:xfrm>
          <a:prstGeom prst="rect">
            <a:avLst/>
          </a:prstGeom>
        </p:spPr>
        <p:txBody>
          <a:bodyPr wrap="square" lIns="0" tIns="6477" rIns="0" bIns="0" rtlCol="0">
            <a:noAutofit/>
          </a:bodyPr>
          <a:lstStyle/>
          <a:p>
            <a:pPr marL="12700">
              <a:lnSpc>
                <a:spcPts val="1019"/>
              </a:lnSpc>
            </a:pPr>
            <a:r>
              <a:rPr sz="900" spc="-76" dirty="0">
                <a:solidFill>
                  <a:srgbClr val="4D4D4D"/>
                </a:solidFill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56123" y="4217211"/>
            <a:ext cx="126215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sz="1200" b="1" dirty="0">
                <a:solidFill>
                  <a:srgbClr val="151417"/>
                </a:solidFill>
                <a:latin typeface="Times New Roman"/>
                <a:cs typeface="Times New Roman"/>
              </a:rPr>
              <a:t>b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34459" y="4610581"/>
            <a:ext cx="93980" cy="139700"/>
          </a:xfrm>
          <a:prstGeom prst="rect">
            <a:avLst/>
          </a:prstGeom>
        </p:spPr>
        <p:txBody>
          <a:bodyPr wrap="square" lIns="0" tIns="6477" rIns="0" bIns="0" rtlCol="0">
            <a:noAutofit/>
          </a:bodyPr>
          <a:lstStyle/>
          <a:p>
            <a:pPr marL="12700">
              <a:lnSpc>
                <a:spcPts val="1019"/>
              </a:lnSpc>
            </a:pPr>
            <a:r>
              <a:rPr sz="900" dirty="0">
                <a:solidFill>
                  <a:srgbClr val="262428"/>
                </a:solidFill>
                <a:latin typeface="Times New Roman"/>
                <a:cs typeface="Times New Roman"/>
              </a:rPr>
              <a:t>0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85635" y="4610581"/>
            <a:ext cx="97409" cy="139700"/>
          </a:xfrm>
          <a:prstGeom prst="rect">
            <a:avLst/>
          </a:prstGeom>
        </p:spPr>
        <p:txBody>
          <a:bodyPr wrap="square" lIns="0" tIns="6477" rIns="0" bIns="0" rtlCol="0">
            <a:noAutofit/>
          </a:bodyPr>
          <a:lstStyle/>
          <a:p>
            <a:pPr marL="12700">
              <a:lnSpc>
                <a:spcPts val="1019"/>
              </a:lnSpc>
            </a:pPr>
            <a:r>
              <a:rPr sz="900" dirty="0">
                <a:solidFill>
                  <a:srgbClr val="4D4D4D"/>
                </a:solidFill>
                <a:latin typeface="Times New Roman"/>
                <a:cs typeface="Times New Roman"/>
              </a:rPr>
              <a:t>0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35043" y="4714213"/>
            <a:ext cx="93980" cy="139700"/>
          </a:xfrm>
          <a:prstGeom prst="rect">
            <a:avLst/>
          </a:prstGeom>
        </p:spPr>
        <p:txBody>
          <a:bodyPr wrap="square" lIns="0" tIns="6477" rIns="0" bIns="0" rtlCol="0">
            <a:noAutofit/>
          </a:bodyPr>
          <a:lstStyle/>
          <a:p>
            <a:pPr marL="12700">
              <a:lnSpc>
                <a:spcPts val="1019"/>
              </a:lnSpc>
            </a:pPr>
            <a:r>
              <a:rPr sz="900" dirty="0">
                <a:solidFill>
                  <a:srgbClr val="262428"/>
                </a:solidFill>
                <a:latin typeface="Times New Roman"/>
                <a:cs typeface="Times New Roman"/>
              </a:rPr>
              <a:t>0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58715" y="4714213"/>
            <a:ext cx="87122" cy="139700"/>
          </a:xfrm>
          <a:prstGeom prst="rect">
            <a:avLst/>
          </a:prstGeom>
        </p:spPr>
        <p:txBody>
          <a:bodyPr wrap="square" lIns="0" tIns="6477" rIns="0" bIns="0" rtlCol="0">
            <a:noAutofit/>
          </a:bodyPr>
          <a:lstStyle/>
          <a:p>
            <a:pPr marL="12700">
              <a:lnSpc>
                <a:spcPts val="1019"/>
              </a:lnSpc>
            </a:pPr>
            <a:r>
              <a:rPr sz="900" spc="-98" dirty="0">
                <a:solidFill>
                  <a:srgbClr val="383636"/>
                </a:solidFill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03011" y="4714213"/>
            <a:ext cx="93980" cy="139700"/>
          </a:xfrm>
          <a:prstGeom prst="rect">
            <a:avLst/>
          </a:prstGeom>
        </p:spPr>
        <p:txBody>
          <a:bodyPr wrap="square" lIns="0" tIns="6477" rIns="0" bIns="0" rtlCol="0">
            <a:noAutofit/>
          </a:bodyPr>
          <a:lstStyle/>
          <a:p>
            <a:pPr marL="12700">
              <a:lnSpc>
                <a:spcPts val="1019"/>
              </a:lnSpc>
            </a:pPr>
            <a:r>
              <a:rPr sz="900" dirty="0">
                <a:solidFill>
                  <a:srgbClr val="4D4D4D"/>
                </a:solidFill>
                <a:latin typeface="Times New Roman"/>
                <a:cs typeface="Times New Roman"/>
              </a:rPr>
              <a:t>3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47308" y="4714213"/>
            <a:ext cx="89979" cy="139700"/>
          </a:xfrm>
          <a:prstGeom prst="rect">
            <a:avLst/>
          </a:prstGeom>
        </p:spPr>
        <p:txBody>
          <a:bodyPr wrap="square" lIns="0" tIns="6477" rIns="0" bIns="0" rtlCol="0">
            <a:noAutofit/>
          </a:bodyPr>
          <a:lstStyle/>
          <a:p>
            <a:pPr marL="12700">
              <a:lnSpc>
                <a:spcPts val="1019"/>
              </a:lnSpc>
            </a:pPr>
            <a:r>
              <a:rPr sz="900" spc="-76" dirty="0">
                <a:solidFill>
                  <a:srgbClr val="4D4D4D"/>
                </a:solidFill>
                <a:latin typeface="Times New Roman"/>
                <a:cs typeface="Times New Roman"/>
              </a:rPr>
              <a:t>5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86219" y="4714213"/>
            <a:ext cx="93979" cy="139700"/>
          </a:xfrm>
          <a:prstGeom prst="rect">
            <a:avLst/>
          </a:prstGeom>
        </p:spPr>
        <p:txBody>
          <a:bodyPr wrap="square" lIns="0" tIns="6477" rIns="0" bIns="0" rtlCol="0">
            <a:noAutofit/>
          </a:bodyPr>
          <a:lstStyle/>
          <a:p>
            <a:pPr marL="12700">
              <a:lnSpc>
                <a:spcPts val="1019"/>
              </a:lnSpc>
            </a:pPr>
            <a:r>
              <a:rPr sz="900" dirty="0">
                <a:solidFill>
                  <a:srgbClr val="383636"/>
                </a:solidFill>
                <a:latin typeface="Times New Roman"/>
                <a:cs typeface="Times New Roman"/>
              </a:rPr>
              <a:t>0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30515" y="4714213"/>
            <a:ext cx="89979" cy="139700"/>
          </a:xfrm>
          <a:prstGeom prst="rect">
            <a:avLst/>
          </a:prstGeom>
        </p:spPr>
        <p:txBody>
          <a:bodyPr wrap="square" lIns="0" tIns="6477" rIns="0" bIns="0" rtlCol="0">
            <a:noAutofit/>
          </a:bodyPr>
          <a:lstStyle/>
          <a:p>
            <a:pPr marL="12700">
              <a:lnSpc>
                <a:spcPts val="1019"/>
              </a:lnSpc>
            </a:pPr>
            <a:r>
              <a:rPr sz="900" spc="-76" dirty="0">
                <a:solidFill>
                  <a:srgbClr val="4D4D4D"/>
                </a:solidFill>
                <a:latin typeface="Times New Roman"/>
                <a:cs typeface="Times New Roman"/>
              </a:rPr>
              <a:t>2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76291" y="4724433"/>
            <a:ext cx="87884" cy="127000"/>
          </a:xfrm>
          <a:prstGeom prst="rect">
            <a:avLst/>
          </a:prstGeom>
        </p:spPr>
        <p:txBody>
          <a:bodyPr wrap="square" lIns="0" tIns="5810" rIns="0" bIns="0" rtlCol="0">
            <a:noAutofit/>
          </a:bodyPr>
          <a:lstStyle/>
          <a:p>
            <a:pPr marL="12700">
              <a:lnSpc>
                <a:spcPts val="915"/>
              </a:lnSpc>
            </a:pPr>
            <a:r>
              <a:rPr sz="800" dirty="0">
                <a:solidFill>
                  <a:srgbClr val="4D4D4D"/>
                </a:solidFill>
                <a:latin typeface="Times New Roman"/>
                <a:cs typeface="Times New Roman"/>
              </a:rPr>
              <a:t>2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17539" y="4723860"/>
            <a:ext cx="94305" cy="127000"/>
          </a:xfrm>
          <a:prstGeom prst="rect">
            <a:avLst/>
          </a:prstGeom>
        </p:spPr>
        <p:txBody>
          <a:bodyPr wrap="square" lIns="0" tIns="5842" rIns="0" bIns="0" rtlCol="0">
            <a:noAutofit/>
          </a:bodyPr>
          <a:lstStyle/>
          <a:p>
            <a:pPr marL="12700">
              <a:lnSpc>
                <a:spcPts val="919"/>
              </a:lnSpc>
            </a:pPr>
            <a:r>
              <a:rPr sz="800" dirty="0">
                <a:solidFill>
                  <a:srgbClr val="4D4D4D"/>
                </a:solidFill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09891" y="4724433"/>
            <a:ext cx="84328" cy="126999"/>
          </a:xfrm>
          <a:prstGeom prst="rect">
            <a:avLst/>
          </a:prstGeom>
        </p:spPr>
        <p:txBody>
          <a:bodyPr wrap="square" lIns="0" tIns="5810" rIns="0" bIns="0" rtlCol="0">
            <a:noAutofit/>
          </a:bodyPr>
          <a:lstStyle/>
          <a:p>
            <a:pPr marL="12700">
              <a:lnSpc>
                <a:spcPts val="915"/>
              </a:lnSpc>
            </a:pPr>
            <a:r>
              <a:rPr sz="800" dirty="0">
                <a:solidFill>
                  <a:srgbClr val="4D4D4D"/>
                </a:solidFill>
                <a:latin typeface="Times New Roman"/>
                <a:cs typeface="Times New Roman"/>
              </a:rPr>
              <a:t>1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51139" y="4723860"/>
            <a:ext cx="92045" cy="126999"/>
          </a:xfrm>
          <a:prstGeom prst="rect">
            <a:avLst/>
          </a:prstGeom>
        </p:spPr>
        <p:txBody>
          <a:bodyPr wrap="square" lIns="0" tIns="5842" rIns="0" bIns="0" rtlCol="0">
            <a:noAutofit/>
          </a:bodyPr>
          <a:lstStyle/>
          <a:p>
            <a:pPr marL="12700">
              <a:lnSpc>
                <a:spcPts val="919"/>
              </a:lnSpc>
            </a:pPr>
            <a:r>
              <a:rPr sz="800" dirty="0">
                <a:solidFill>
                  <a:srgbClr val="4D4D4D"/>
                </a:solidFill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71763" y="4723860"/>
            <a:ext cx="95434" cy="126999"/>
          </a:xfrm>
          <a:prstGeom prst="rect">
            <a:avLst/>
          </a:prstGeom>
        </p:spPr>
        <p:txBody>
          <a:bodyPr wrap="square" lIns="0" tIns="5842" rIns="0" bIns="0" rtlCol="0">
            <a:noAutofit/>
          </a:bodyPr>
          <a:lstStyle/>
          <a:p>
            <a:pPr marL="12700">
              <a:lnSpc>
                <a:spcPts val="919"/>
              </a:lnSpc>
            </a:pPr>
            <a:r>
              <a:rPr sz="800" dirty="0">
                <a:solidFill>
                  <a:srgbClr val="4D4D4D"/>
                </a:solidFill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98483" y="4723860"/>
            <a:ext cx="90915" cy="126999"/>
          </a:xfrm>
          <a:prstGeom prst="rect">
            <a:avLst/>
          </a:prstGeom>
        </p:spPr>
        <p:txBody>
          <a:bodyPr wrap="square" lIns="0" tIns="5842" rIns="0" bIns="0" rtlCol="0">
            <a:noAutofit/>
          </a:bodyPr>
          <a:lstStyle/>
          <a:p>
            <a:pPr marL="12700">
              <a:lnSpc>
                <a:spcPts val="919"/>
              </a:lnSpc>
            </a:pPr>
            <a:r>
              <a:rPr sz="800" dirty="0">
                <a:solidFill>
                  <a:srgbClr val="4D4D4D"/>
                </a:solidFill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025643" y="4899497"/>
            <a:ext cx="194734" cy="139699"/>
          </a:xfrm>
          <a:prstGeom prst="rect">
            <a:avLst/>
          </a:prstGeom>
        </p:spPr>
        <p:txBody>
          <a:bodyPr wrap="square" lIns="0" tIns="6477" rIns="0" bIns="0" rtlCol="0">
            <a:noAutofit/>
          </a:bodyPr>
          <a:lstStyle/>
          <a:p>
            <a:pPr marL="12700">
              <a:lnSpc>
                <a:spcPts val="1019"/>
              </a:lnSpc>
            </a:pPr>
            <a:r>
              <a:rPr sz="900" b="1" spc="47" dirty="0">
                <a:solidFill>
                  <a:srgbClr val="262428"/>
                </a:solidFill>
                <a:latin typeface="Arial"/>
                <a:cs typeface="Arial"/>
              </a:rPr>
              <a:t>X</a:t>
            </a:r>
            <a:r>
              <a:rPr sz="900" b="1" spc="47" dirty="0">
                <a:solidFill>
                  <a:srgbClr val="4D4D4D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028" name="Picture 4" descr="Euclidean Distance vs. Manhattan ...">
            <a:extLst>
              <a:ext uri="{FF2B5EF4-FFF2-40B4-BE49-F238E27FC236}">
                <a16:creationId xmlns:a16="http://schemas.microsoft.com/office/drawing/2014/main" id="{96A26922-6853-5E74-2059-2B7691587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916" y="2374902"/>
            <a:ext cx="5476619" cy="2774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ject 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2136140" y="443225"/>
            <a:ext cx="3247975" cy="444500"/>
          </a:xfrm>
          <a:prstGeom prst="rect">
            <a:avLst/>
          </a:prstGeom>
        </p:spPr>
        <p:txBody>
          <a:bodyPr wrap="square" lIns="0" tIns="22066" rIns="0" bIns="0" rtlCol="0">
            <a:noAutofit/>
          </a:bodyPr>
          <a:lstStyle/>
          <a:p>
            <a:pPr marL="12700">
              <a:lnSpc>
                <a:spcPts val="3475"/>
              </a:lnSpc>
            </a:pPr>
            <a:r>
              <a:rPr sz="3300" b="1" spc="-338" dirty="0">
                <a:solidFill>
                  <a:srgbClr val="EF6B00"/>
                </a:solidFill>
                <a:latin typeface="Arial"/>
                <a:cs typeface="Arial"/>
              </a:rPr>
              <a:t>K-Nearest Neighbor</a:t>
            </a:r>
            <a:endParaRPr sz="33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76163" y="443225"/>
            <a:ext cx="1682402" cy="444500"/>
          </a:xfrm>
          <a:prstGeom prst="rect">
            <a:avLst/>
          </a:prstGeom>
        </p:spPr>
        <p:txBody>
          <a:bodyPr wrap="square" lIns="0" tIns="22066" rIns="0" bIns="0" rtlCol="0">
            <a:noAutofit/>
          </a:bodyPr>
          <a:lstStyle/>
          <a:p>
            <a:pPr marL="12700">
              <a:lnSpc>
                <a:spcPts val="3475"/>
              </a:lnSpc>
            </a:pPr>
            <a:r>
              <a:rPr sz="3300" b="1" spc="-335" dirty="0">
                <a:solidFill>
                  <a:srgbClr val="EF6B00"/>
                </a:solidFill>
                <a:latin typeface="Arial"/>
                <a:cs typeface="Arial"/>
              </a:rPr>
              <a:t>Algorithm</a:t>
            </a:r>
            <a:endParaRPr sz="33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39571" y="1310822"/>
            <a:ext cx="159702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800" spc="156" dirty="0">
                <a:solidFill>
                  <a:srgbClr val="A3E8D8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87044" y="1310822"/>
            <a:ext cx="4341087" cy="884935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34035" marR="39430">
              <a:lnSpc>
                <a:spcPts val="1939"/>
              </a:lnSpc>
            </a:pPr>
            <a:r>
              <a:rPr sz="1800" spc="3" dirty="0">
                <a:solidFill>
                  <a:srgbClr val="695D46"/>
                </a:solidFill>
                <a:latin typeface="Arial"/>
                <a:cs typeface="Arial"/>
              </a:rPr>
              <a:t>Hyper para meter - K</a:t>
            </a:r>
            <a:endParaRPr sz="1800">
              <a:latin typeface="Arial"/>
              <a:cs typeface="Arial"/>
            </a:endParaRPr>
          </a:p>
          <a:p>
            <a:pPr marL="485139">
              <a:lnSpc>
                <a:spcPct val="95825"/>
              </a:lnSpc>
              <a:spcBef>
                <a:spcPts val="656"/>
              </a:spcBef>
            </a:pPr>
            <a:r>
              <a:rPr sz="1400" spc="27" dirty="0">
                <a:solidFill>
                  <a:srgbClr val="695D46"/>
                </a:solidFill>
                <a:latin typeface="Arial"/>
                <a:cs typeface="Arial"/>
              </a:rPr>
              <a:t>Underfit if k is too large, overfit if k is too small</a:t>
            </a:r>
            <a:endParaRPr sz="1400">
              <a:latin typeface="Arial"/>
              <a:cs typeface="Arial"/>
            </a:endParaRPr>
          </a:p>
          <a:p>
            <a:pPr marL="12700" marR="39430">
              <a:lnSpc>
                <a:spcPct val="95825"/>
              </a:lnSpc>
              <a:spcBef>
                <a:spcPts val="534"/>
              </a:spcBef>
            </a:pPr>
            <a:r>
              <a:rPr sz="1800" spc="57" dirty="0">
                <a:solidFill>
                  <a:srgbClr val="695D46"/>
                </a:solidFill>
                <a:latin typeface="Arial"/>
                <a:cs typeface="Arial"/>
              </a:rPr>
              <a:t>Voting/ aggregation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39572" y="1941758"/>
            <a:ext cx="159702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800" spc="156" dirty="0">
                <a:solidFill>
                  <a:srgbClr val="A3E8D8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96772" y="2271334"/>
            <a:ext cx="157480" cy="228600"/>
          </a:xfrm>
          <a:prstGeom prst="rect">
            <a:avLst/>
          </a:prstGeom>
        </p:spPr>
        <p:txBody>
          <a:bodyPr wrap="square" lIns="0" tIns="11017" rIns="0" bIns="0" rtlCol="0">
            <a:noAutofit/>
          </a:bodyPr>
          <a:lstStyle/>
          <a:p>
            <a:pPr marL="12700">
              <a:lnSpc>
                <a:spcPts val="1735"/>
              </a:lnSpc>
            </a:pPr>
            <a:r>
              <a:rPr sz="1600" dirty="0">
                <a:solidFill>
                  <a:srgbClr val="A3E8D8"/>
                </a:solidFill>
                <a:latin typeface="Times New Roman"/>
                <a:cs typeface="Times New Roman"/>
              </a:rPr>
              <a:t>o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62532" y="2290770"/>
            <a:ext cx="822832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sz="1400" spc="39" dirty="0">
                <a:solidFill>
                  <a:srgbClr val="695D46"/>
                </a:solidFill>
                <a:latin typeface="Arial"/>
                <a:cs typeface="Arial"/>
              </a:rPr>
              <a:t>Majority /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97684" y="2290770"/>
            <a:ext cx="1594227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sz="1400" spc="26" dirty="0">
                <a:solidFill>
                  <a:srgbClr val="695D46"/>
                </a:solidFill>
                <a:latin typeface="Arial"/>
                <a:cs typeface="Arial"/>
              </a:rPr>
              <a:t>plurality, weighted,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13124" y="2290770"/>
            <a:ext cx="737739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sz="1400" spc="42" dirty="0">
                <a:solidFill>
                  <a:srgbClr val="695D46"/>
                </a:solidFill>
                <a:latin typeface="Arial"/>
                <a:cs typeface="Arial"/>
              </a:rPr>
              <a:t>uniform,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72076" y="2290770"/>
            <a:ext cx="682968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sz="1400" spc="-1" dirty="0">
                <a:solidFill>
                  <a:srgbClr val="695D46"/>
                </a:solidFill>
                <a:latin typeface="Arial"/>
                <a:cs typeface="Arial"/>
              </a:rPr>
              <a:t>kernel.</a:t>
            </a:r>
            <a:r>
              <a:rPr sz="1400" spc="-1" dirty="0">
                <a:solidFill>
                  <a:srgbClr val="796E59"/>
                </a:solidFill>
                <a:latin typeface="Arial"/>
                <a:cs typeface="Arial"/>
              </a:rPr>
              <a:t>.</a:t>
            </a:r>
            <a:r>
              <a:rPr sz="1400" spc="-1" dirty="0">
                <a:solidFill>
                  <a:srgbClr val="695D46"/>
                </a:solidFill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31284" y="2800069"/>
            <a:ext cx="154130" cy="139700"/>
          </a:xfrm>
          <a:prstGeom prst="rect">
            <a:avLst/>
          </a:prstGeom>
        </p:spPr>
        <p:txBody>
          <a:bodyPr wrap="square" lIns="0" tIns="6477" rIns="0" bIns="0" rtlCol="0">
            <a:noAutofit/>
          </a:bodyPr>
          <a:lstStyle/>
          <a:p>
            <a:pPr marL="12700">
              <a:lnSpc>
                <a:spcPts val="1019"/>
              </a:lnSpc>
            </a:pPr>
            <a:r>
              <a:rPr sz="700" b="1" spc="116" dirty="0">
                <a:solidFill>
                  <a:srgbClr val="3F3D3D"/>
                </a:solidFill>
                <a:latin typeface="Arial"/>
                <a:cs typeface="Arial"/>
              </a:rPr>
              <a:t>4</a:t>
            </a:r>
            <a:r>
              <a:rPr sz="900" spc="55" dirty="0">
                <a:solidFill>
                  <a:srgbClr val="3F3D3D"/>
                </a:solidFill>
                <a:latin typeface="Times New Roman"/>
                <a:cs typeface="Times New Roman"/>
              </a:rPr>
              <a:t>•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80252" y="2905674"/>
            <a:ext cx="106679" cy="267445"/>
          </a:xfrm>
          <a:prstGeom prst="rect">
            <a:avLst/>
          </a:prstGeom>
        </p:spPr>
        <p:txBody>
          <a:bodyPr wrap="square" lIns="0" tIns="7111" rIns="0" bIns="0" rtlCol="0">
            <a:noAutofit/>
          </a:bodyPr>
          <a:lstStyle/>
          <a:p>
            <a:pPr marL="12700">
              <a:lnSpc>
                <a:spcPts val="1120"/>
              </a:lnSpc>
            </a:pPr>
            <a:r>
              <a:rPr sz="1000" b="1" dirty="0">
                <a:solidFill>
                  <a:srgbClr val="525454"/>
                </a:solidFill>
                <a:latin typeface="Times New Roman"/>
                <a:cs typeface="Times New Roman"/>
              </a:rPr>
              <a:t>a</a:t>
            </a:r>
            <a:endParaRPr sz="1000">
              <a:latin typeface="Times New Roman"/>
              <a:cs typeface="Times New Roman"/>
            </a:endParaRPr>
          </a:p>
          <a:p>
            <a:pPr marL="12700" marR="19050">
              <a:lnSpc>
                <a:spcPct val="95825"/>
              </a:lnSpc>
              <a:spcBef>
                <a:spcPts val="148"/>
              </a:spcBef>
            </a:pPr>
            <a:r>
              <a:rPr sz="600" b="1" i="1" spc="38" dirty="0">
                <a:solidFill>
                  <a:srgbClr val="5B3D21"/>
                </a:solidFill>
                <a:latin typeface="Times New Roman"/>
                <a:cs typeface="Times New Roman"/>
              </a:rPr>
              <a:t>A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66180" y="2935831"/>
            <a:ext cx="87174" cy="239769"/>
          </a:xfrm>
          <a:prstGeom prst="rect">
            <a:avLst/>
          </a:prstGeom>
        </p:spPr>
        <p:txBody>
          <a:bodyPr wrap="square" lIns="0" tIns="127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700" dirty="0">
                <a:solidFill>
                  <a:srgbClr val="5B3D21"/>
                </a:solidFill>
                <a:latin typeface="Arial"/>
                <a:cs typeface="Arial"/>
              </a:rPr>
              <a:t>0</a:t>
            </a:r>
            <a:endParaRPr sz="700">
              <a:latin typeface="Arial"/>
              <a:cs typeface="Arial"/>
            </a:endParaRPr>
          </a:p>
          <a:p>
            <a:pPr marL="18796" marR="13335">
              <a:lnSpc>
                <a:spcPct val="95825"/>
              </a:lnSpc>
              <a:spcBef>
                <a:spcPts val="180"/>
              </a:spcBef>
            </a:pPr>
            <a:r>
              <a:rPr sz="700" dirty="0">
                <a:solidFill>
                  <a:srgbClr val="483123"/>
                </a:solidFill>
                <a:latin typeface="Times New Roman"/>
                <a:cs typeface="Times New Roman"/>
              </a:rPr>
              <a:t>1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34332" y="3280756"/>
            <a:ext cx="145580" cy="114300"/>
          </a:xfrm>
          <a:prstGeom prst="rect">
            <a:avLst/>
          </a:prstGeom>
        </p:spPr>
        <p:txBody>
          <a:bodyPr wrap="square" lIns="0" tIns="127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700" spc="122" dirty="0">
                <a:solidFill>
                  <a:srgbClr val="525454"/>
                </a:solidFill>
                <a:latin typeface="Times New Roman"/>
                <a:cs typeface="Times New Roman"/>
              </a:rPr>
              <a:t>3</a:t>
            </a:r>
            <a:r>
              <a:rPr sz="700" spc="122" dirty="0">
                <a:solidFill>
                  <a:srgbClr val="695D46"/>
                </a:solidFill>
                <a:latin typeface="Times New Roman"/>
                <a:cs typeface="Times New Roman"/>
              </a:rPr>
              <a:t>•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51380" y="3296642"/>
            <a:ext cx="62259" cy="101600"/>
          </a:xfrm>
          <a:prstGeom prst="rect">
            <a:avLst/>
          </a:prstGeom>
        </p:spPr>
        <p:txBody>
          <a:bodyPr wrap="square" lIns="0" tIns="254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600" dirty="0">
                <a:solidFill>
                  <a:srgbClr val="3F3D3D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14220" y="3721429"/>
            <a:ext cx="148386" cy="190500"/>
          </a:xfrm>
          <a:prstGeom prst="rect">
            <a:avLst/>
          </a:prstGeom>
        </p:spPr>
        <p:txBody>
          <a:bodyPr wrap="square" lIns="0" tIns="9080" rIns="0" bIns="0" rtlCol="0">
            <a:noAutofit/>
          </a:bodyPr>
          <a:lstStyle/>
          <a:p>
            <a:pPr marL="12700">
              <a:lnSpc>
                <a:spcPts val="1430"/>
              </a:lnSpc>
            </a:pPr>
            <a:r>
              <a:rPr sz="1300" i="1" spc="50" dirty="0">
                <a:solidFill>
                  <a:srgbClr val="3F3D3D"/>
                </a:solidFill>
                <a:latin typeface="Arial"/>
                <a:cs typeface="Arial"/>
              </a:rPr>
              <a:t>£</a:t>
            </a:r>
            <a:endParaRPr sz="1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68772" y="4028491"/>
            <a:ext cx="126625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152" dirty="0">
                <a:solidFill>
                  <a:srgbClr val="425B79"/>
                </a:solidFill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73828" y="4144315"/>
            <a:ext cx="126625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152" dirty="0">
                <a:solidFill>
                  <a:srgbClr val="425B79"/>
                </a:solidFill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54428" y="4201252"/>
            <a:ext cx="75628" cy="114300"/>
          </a:xfrm>
          <a:prstGeom prst="rect">
            <a:avLst/>
          </a:prstGeom>
        </p:spPr>
        <p:txBody>
          <a:bodyPr wrap="square" lIns="0" tIns="127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700" spc="-59" dirty="0">
                <a:solidFill>
                  <a:srgbClr val="3F3D3D"/>
                </a:solidFill>
                <a:latin typeface="Times New Roman"/>
                <a:cs typeface="Times New Roman"/>
              </a:rPr>
              <a:t>1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37380" y="4209895"/>
            <a:ext cx="152894" cy="114300"/>
          </a:xfrm>
          <a:prstGeom prst="rect">
            <a:avLst/>
          </a:prstGeom>
        </p:spPr>
        <p:txBody>
          <a:bodyPr wrap="square" lIns="0" tIns="127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700" spc="130" dirty="0">
                <a:solidFill>
                  <a:srgbClr val="525454"/>
                </a:solidFill>
                <a:latin typeface="Arial"/>
                <a:cs typeface="Arial"/>
              </a:rPr>
              <a:t>1</a:t>
            </a:r>
            <a:r>
              <a:rPr sz="700" spc="130" dirty="0">
                <a:solidFill>
                  <a:srgbClr val="6E7075"/>
                </a:solidFill>
                <a:latin typeface="Arial"/>
                <a:cs typeface="Arial"/>
              </a:rPr>
              <a:t>•</a:t>
            </a:r>
            <a:endParaRPr sz="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51380" y="4678533"/>
            <a:ext cx="2015342" cy="88900"/>
          </a:xfrm>
          <a:prstGeom prst="rect">
            <a:avLst/>
          </a:prstGeom>
        </p:spPr>
        <p:txBody>
          <a:bodyPr wrap="square" lIns="0" tIns="4445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500" spc="557" dirty="0">
                <a:solidFill>
                  <a:srgbClr val="525454"/>
                </a:solidFill>
                <a:latin typeface="Arial"/>
                <a:cs typeface="Arial"/>
              </a:rPr>
              <a:t>}</a:t>
            </a:r>
            <a:r>
              <a:rPr sz="500" spc="557" dirty="0">
                <a:solidFill>
                  <a:srgbClr val="6E7075"/>
                </a:solidFill>
                <a:latin typeface="Arial"/>
                <a:cs typeface="Arial"/>
              </a:rPr>
              <a:t>.t</a:t>
            </a:r>
            <a:endParaRPr sz="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57548" y="4678533"/>
            <a:ext cx="333741" cy="182611"/>
          </a:xfrm>
          <a:prstGeom prst="rect">
            <a:avLst/>
          </a:prstGeom>
        </p:spPr>
        <p:txBody>
          <a:bodyPr wrap="square" lIns="0" tIns="4445" rIns="0" bIns="0" rtlCol="0">
            <a:noAutofit/>
          </a:bodyPr>
          <a:lstStyle/>
          <a:p>
            <a:pPr marR="34574" algn="r">
              <a:lnSpc>
                <a:spcPct val="95825"/>
              </a:lnSpc>
            </a:pPr>
            <a:r>
              <a:rPr sz="500" spc="365" dirty="0">
                <a:solidFill>
                  <a:srgbClr val="3F3D3D"/>
                </a:solidFill>
                <a:latin typeface="Arial"/>
                <a:cs typeface="Arial"/>
              </a:rPr>
              <a:t>fl </a:t>
            </a:r>
            <a:r>
              <a:rPr sz="500" spc="365" dirty="0">
                <a:solidFill>
                  <a:srgbClr val="6E7075"/>
                </a:solidFill>
                <a:latin typeface="Arial"/>
                <a:cs typeface="Arial"/>
              </a:rPr>
              <a:t>,</a:t>
            </a:r>
            <a:endParaRPr sz="500">
              <a:latin typeface="Arial"/>
              <a:cs typeface="Arial"/>
            </a:endParaRPr>
          </a:p>
          <a:p>
            <a:pPr marR="12700" algn="r">
              <a:lnSpc>
                <a:spcPts val="740"/>
              </a:lnSpc>
              <a:spcBef>
                <a:spcPts val="37"/>
              </a:spcBef>
            </a:pPr>
            <a:r>
              <a:rPr sz="700" spc="-141" dirty="0">
                <a:solidFill>
                  <a:srgbClr val="3F3D3D"/>
                </a:solidFill>
                <a:latin typeface="Times New Roman"/>
                <a:cs typeface="Times New Roman"/>
              </a:rPr>
              <a:t>O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86020" y="4704064"/>
            <a:ext cx="69405" cy="181464"/>
          </a:xfrm>
          <a:prstGeom prst="rect">
            <a:avLst/>
          </a:prstGeom>
        </p:spPr>
        <p:txBody>
          <a:bodyPr wrap="square" lIns="0" tIns="5715" rIns="0" bIns="0" rtlCol="0">
            <a:noAutofit/>
          </a:bodyPr>
          <a:lstStyle/>
          <a:p>
            <a:pPr marL="8381" marR="11117" algn="ctr">
              <a:lnSpc>
                <a:spcPct val="95825"/>
              </a:lnSpc>
            </a:pPr>
            <a:r>
              <a:rPr sz="400" spc="21" dirty="0">
                <a:solidFill>
                  <a:srgbClr val="909397"/>
                </a:solidFill>
                <a:latin typeface="Arial"/>
                <a:cs typeface="Arial"/>
              </a:rPr>
              <a:t>I</a:t>
            </a:r>
            <a:endParaRPr sz="400">
              <a:latin typeface="Arial"/>
              <a:cs typeface="Arial"/>
            </a:endParaRPr>
          </a:p>
          <a:p>
            <a:pPr algn="ctr">
              <a:lnSpc>
                <a:spcPct val="95825"/>
              </a:lnSpc>
              <a:spcBef>
                <a:spcPts val="30"/>
              </a:spcBef>
            </a:pPr>
            <a:r>
              <a:rPr sz="700" spc="-56" dirty="0">
                <a:solidFill>
                  <a:srgbClr val="3F3D3D"/>
                </a:solidFill>
                <a:latin typeface="Times New Roman"/>
                <a:cs typeface="Times New Roman"/>
              </a:rPr>
              <a:t>1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91404" y="4704064"/>
            <a:ext cx="175471" cy="370651"/>
          </a:xfrm>
          <a:prstGeom prst="rect">
            <a:avLst/>
          </a:prstGeom>
        </p:spPr>
        <p:txBody>
          <a:bodyPr wrap="square" lIns="0" tIns="5715" rIns="0" bIns="0" rtlCol="0">
            <a:noAutofit/>
          </a:bodyPr>
          <a:lstStyle/>
          <a:p>
            <a:pPr marL="66293" marR="59271" algn="ctr">
              <a:lnSpc>
                <a:spcPct val="95825"/>
              </a:lnSpc>
            </a:pPr>
            <a:r>
              <a:rPr sz="400" spc="21" dirty="0">
                <a:solidFill>
                  <a:srgbClr val="6E7075"/>
                </a:solidFill>
                <a:latin typeface="Arial"/>
                <a:cs typeface="Arial"/>
              </a:rPr>
              <a:t>I</a:t>
            </a:r>
            <a:endParaRPr sz="400">
              <a:latin typeface="Arial"/>
              <a:cs typeface="Arial"/>
            </a:endParaRPr>
          </a:p>
          <a:p>
            <a:pPr marL="51244" marR="48153" algn="ctr">
              <a:lnSpc>
                <a:spcPct val="95825"/>
              </a:lnSpc>
              <a:spcBef>
                <a:spcPts val="30"/>
              </a:spcBef>
            </a:pPr>
            <a:r>
              <a:rPr sz="700" spc="-56" dirty="0">
                <a:solidFill>
                  <a:srgbClr val="525454"/>
                </a:solidFill>
                <a:latin typeface="Times New Roman"/>
                <a:cs typeface="Times New Roman"/>
              </a:rPr>
              <a:t>2</a:t>
            </a:r>
            <a:endParaRPr sz="700">
              <a:latin typeface="Times New Roman"/>
              <a:cs typeface="Times New Roman"/>
            </a:endParaRPr>
          </a:p>
          <a:p>
            <a:pPr algn="ctr">
              <a:lnSpc>
                <a:spcPct val="95825"/>
              </a:lnSpc>
              <a:spcBef>
                <a:spcPts val="120"/>
              </a:spcBef>
            </a:pPr>
            <a:r>
              <a:rPr sz="1200" b="1" spc="225" dirty="0">
                <a:solidFill>
                  <a:srgbClr val="3F3D3D"/>
                </a:solidFill>
                <a:latin typeface="Times New Roman"/>
                <a:cs typeface="Times New Roman"/>
              </a:rPr>
              <a:t>X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09564" y="4707398"/>
            <a:ext cx="77541" cy="177628"/>
          </a:xfrm>
          <a:prstGeom prst="rect">
            <a:avLst/>
          </a:prstGeom>
        </p:spPr>
        <p:txBody>
          <a:bodyPr wrap="square" lIns="0" tIns="5715" rIns="0" bIns="0" rtlCol="0">
            <a:noAutofit/>
          </a:bodyPr>
          <a:lstStyle/>
          <a:p>
            <a:pPr marL="14478" marR="20739" algn="ctr">
              <a:lnSpc>
                <a:spcPct val="95825"/>
              </a:lnSpc>
            </a:pPr>
            <a:r>
              <a:rPr sz="400" spc="-59" dirty="0">
                <a:solidFill>
                  <a:srgbClr val="525454"/>
                </a:solidFill>
                <a:latin typeface="Times New Roman"/>
                <a:cs typeface="Times New Roman"/>
              </a:rPr>
              <a:t>I</a:t>
            </a:r>
            <a:endParaRPr sz="400">
              <a:latin typeface="Times New Roman"/>
              <a:cs typeface="Times New Roman"/>
            </a:endParaRPr>
          </a:p>
          <a:p>
            <a:pPr algn="ctr">
              <a:lnSpc>
                <a:spcPct val="95825"/>
              </a:lnSpc>
            </a:pPr>
            <a:r>
              <a:rPr sz="700" spc="-31" dirty="0">
                <a:solidFill>
                  <a:srgbClr val="525454"/>
                </a:solidFill>
                <a:latin typeface="Arial"/>
                <a:cs typeface="Arial"/>
              </a:rPr>
              <a:t>3</a:t>
            </a:r>
            <a:endParaRPr sz="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33676" y="4746844"/>
            <a:ext cx="81851" cy="114300"/>
          </a:xfrm>
          <a:prstGeom prst="rect">
            <a:avLst/>
          </a:prstGeom>
        </p:spPr>
        <p:txBody>
          <a:bodyPr wrap="square" lIns="0" tIns="127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700" dirty="0">
                <a:solidFill>
                  <a:srgbClr val="525454"/>
                </a:solidFill>
                <a:latin typeface="Times New Roman"/>
                <a:cs typeface="Times New Roman"/>
              </a:rPr>
              <a:t>0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93924" y="4746844"/>
            <a:ext cx="75628" cy="114300"/>
          </a:xfrm>
          <a:prstGeom prst="rect">
            <a:avLst/>
          </a:prstGeom>
        </p:spPr>
        <p:txBody>
          <a:bodyPr wrap="square" lIns="0" tIns="127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700" spc="-59" dirty="0">
                <a:solidFill>
                  <a:srgbClr val="525454"/>
                </a:solidFill>
                <a:latin typeface="Times New Roman"/>
                <a:cs typeface="Times New Roman"/>
              </a:rPr>
              <a:t>1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93212" y="4746844"/>
            <a:ext cx="175460" cy="288814"/>
          </a:xfrm>
          <a:prstGeom prst="rect">
            <a:avLst/>
          </a:prstGeom>
        </p:spPr>
        <p:txBody>
          <a:bodyPr wrap="square" lIns="0" tIns="1270" rIns="0" bIns="0" rtlCol="0">
            <a:noAutofit/>
          </a:bodyPr>
          <a:lstStyle/>
          <a:p>
            <a:pPr marL="67563" marR="20955">
              <a:lnSpc>
                <a:spcPct val="95825"/>
              </a:lnSpc>
            </a:pPr>
            <a:r>
              <a:rPr sz="700" dirty="0">
                <a:solidFill>
                  <a:srgbClr val="525454"/>
                </a:solidFill>
                <a:latin typeface="Times New Roman"/>
                <a:cs typeface="Times New Roman"/>
              </a:rPr>
              <a:t>2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114"/>
              </a:spcBef>
            </a:pPr>
            <a:r>
              <a:rPr sz="1100" b="1" spc="221" dirty="0">
                <a:solidFill>
                  <a:srgbClr val="3F3D3D"/>
                </a:solidFill>
                <a:latin typeface="Times New Roman"/>
                <a:cs typeface="Times New Roman"/>
              </a:rPr>
              <a:t>X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02228" y="4746844"/>
            <a:ext cx="81851" cy="114300"/>
          </a:xfrm>
          <a:prstGeom prst="rect">
            <a:avLst/>
          </a:prstGeom>
        </p:spPr>
        <p:txBody>
          <a:bodyPr wrap="square" lIns="0" tIns="127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700" dirty="0">
                <a:solidFill>
                  <a:srgbClr val="525454"/>
                </a:solidFill>
                <a:latin typeface="Times New Roman"/>
                <a:cs typeface="Times New Roman"/>
              </a:rPr>
              <a:t>3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56380" y="4756634"/>
            <a:ext cx="65648" cy="101600"/>
          </a:xfrm>
          <a:prstGeom prst="rect">
            <a:avLst/>
          </a:prstGeom>
        </p:spPr>
        <p:txBody>
          <a:bodyPr wrap="square" lIns="0" tIns="254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600" b="1" dirty="0">
                <a:solidFill>
                  <a:srgbClr val="525454"/>
                </a:solidFill>
                <a:latin typeface="Arial"/>
                <a:cs typeface="Arial"/>
              </a:rPr>
              <a:t>4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372860" y="4770727"/>
            <a:ext cx="86186" cy="114300"/>
          </a:xfrm>
          <a:prstGeom prst="rect">
            <a:avLst/>
          </a:prstGeom>
        </p:spPr>
        <p:txBody>
          <a:bodyPr wrap="square" lIns="0" tIns="1270" rIns="0" bIns="0" rtlCol="0">
            <a:noAutofit/>
          </a:bodyPr>
          <a:lstStyle/>
          <a:p>
            <a:pPr marL="12700">
              <a:lnSpc>
                <a:spcPct val="95825"/>
              </a:lnSpc>
            </a:pPr>
            <a:r>
              <a:rPr sz="700" b="1" dirty="0">
                <a:solidFill>
                  <a:srgbClr val="525454"/>
                </a:solidFill>
                <a:latin typeface="Arial"/>
                <a:cs typeface="Arial"/>
              </a:rPr>
              <a:t>4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bject 39"/>
          <p:cNvSpPr/>
          <p:nvPr/>
        </p:nvSpPr>
        <p:spPr>
          <a:xfrm>
            <a:off x="0" y="0"/>
            <a:ext cx="9156700" cy="515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136140" y="445126"/>
            <a:ext cx="1664160" cy="457200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12700">
              <a:lnSpc>
                <a:spcPts val="3575"/>
              </a:lnSpc>
            </a:pPr>
            <a:r>
              <a:rPr sz="3400" b="1" spc="-406" dirty="0">
                <a:solidFill>
                  <a:srgbClr val="EF6B00"/>
                </a:solidFill>
                <a:latin typeface="Arial"/>
                <a:cs typeface="Arial"/>
              </a:rPr>
              <a:t>K-Nearest</a:t>
            </a:r>
            <a:endParaRPr sz="3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827780" y="445126"/>
            <a:ext cx="1560315" cy="457200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12700">
              <a:lnSpc>
                <a:spcPts val="3575"/>
              </a:lnSpc>
            </a:pPr>
            <a:r>
              <a:rPr sz="3400" b="1" spc="-416" dirty="0">
                <a:solidFill>
                  <a:srgbClr val="EF6B00"/>
                </a:solidFill>
                <a:latin typeface="Arial"/>
                <a:cs typeface="Arial"/>
              </a:rPr>
              <a:t>Neighbor</a:t>
            </a:r>
            <a:endParaRPr sz="3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376163" y="445126"/>
            <a:ext cx="1696275" cy="457200"/>
          </a:xfrm>
          <a:prstGeom prst="rect">
            <a:avLst/>
          </a:prstGeom>
        </p:spPr>
        <p:txBody>
          <a:bodyPr wrap="square" lIns="0" tIns="22701" rIns="0" bIns="0" rtlCol="0">
            <a:noAutofit/>
          </a:bodyPr>
          <a:lstStyle/>
          <a:p>
            <a:pPr marL="12700">
              <a:lnSpc>
                <a:spcPts val="3575"/>
              </a:lnSpc>
            </a:pPr>
            <a:r>
              <a:rPr sz="3400" b="1" spc="-376" dirty="0">
                <a:solidFill>
                  <a:srgbClr val="EF6B00"/>
                </a:solidFill>
                <a:latin typeface="Arial"/>
                <a:cs typeface="Arial"/>
              </a:rPr>
              <a:t>Algorithm</a:t>
            </a:r>
            <a:endParaRPr sz="3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2620" y="1326062"/>
            <a:ext cx="159702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800" spc="156" dirty="0">
                <a:solidFill>
                  <a:srgbClr val="A1E8D8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11428" y="1326062"/>
            <a:ext cx="1667421" cy="1180099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 marR="39430">
              <a:lnSpc>
                <a:spcPts val="1939"/>
              </a:lnSpc>
            </a:pPr>
            <a:r>
              <a:rPr sz="1800" spc="7" dirty="0">
                <a:solidFill>
                  <a:srgbClr val="695D46"/>
                </a:solidFill>
                <a:latin typeface="Arial"/>
                <a:cs typeface="Arial"/>
              </a:rPr>
              <a:t>Lazy Method</a:t>
            </a:r>
            <a:endParaRPr sz="1800">
              <a:latin typeface="Arial"/>
              <a:cs typeface="Arial"/>
            </a:endParaRPr>
          </a:p>
          <a:p>
            <a:pPr marL="466851">
              <a:lnSpc>
                <a:spcPct val="95825"/>
              </a:lnSpc>
              <a:spcBef>
                <a:spcPts val="632"/>
              </a:spcBef>
            </a:pPr>
            <a:r>
              <a:rPr sz="1400" spc="23" dirty="0">
                <a:solidFill>
                  <a:srgbClr val="695D46"/>
                </a:solidFill>
                <a:latin typeface="Arial"/>
                <a:cs typeface="Arial"/>
              </a:rPr>
              <a:t>Does not train</a:t>
            </a:r>
            <a:endParaRPr sz="1400">
              <a:latin typeface="Arial"/>
              <a:cs typeface="Arial"/>
            </a:endParaRPr>
          </a:p>
          <a:p>
            <a:pPr marL="15747" marR="39430">
              <a:lnSpc>
                <a:spcPct val="95825"/>
              </a:lnSpc>
              <a:spcBef>
                <a:spcPts val="582"/>
              </a:spcBef>
            </a:pPr>
            <a:r>
              <a:rPr sz="1800" spc="14" dirty="0">
                <a:solidFill>
                  <a:srgbClr val="695D46"/>
                </a:solidFill>
                <a:latin typeface="Arial"/>
                <a:cs typeface="Arial"/>
              </a:rPr>
              <a:t>Runtime</a:t>
            </a:r>
            <a:endParaRPr sz="1800">
              <a:latin typeface="Arial"/>
              <a:cs typeface="Arial"/>
            </a:endParaRPr>
          </a:p>
          <a:p>
            <a:pPr marL="460755" marR="39430">
              <a:lnSpc>
                <a:spcPct val="95825"/>
              </a:lnSpc>
              <a:spcBef>
                <a:spcPts val="681"/>
              </a:spcBef>
            </a:pPr>
            <a:r>
              <a:rPr sz="1400" spc="55" dirty="0">
                <a:solidFill>
                  <a:srgbClr val="695D46"/>
                </a:solidFill>
                <a:latin typeface="Arial"/>
                <a:cs typeface="Arial"/>
              </a:rPr>
              <a:t>0(mn)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681732" y="1675074"/>
            <a:ext cx="758549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sz="1400" spc="33" dirty="0">
                <a:solidFill>
                  <a:srgbClr val="695D46"/>
                </a:solidFill>
                <a:latin typeface="Arial"/>
                <a:cs typeface="Arial"/>
              </a:rPr>
              <a:t>anything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2619" y="1960046"/>
            <a:ext cx="159702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800" spc="156" dirty="0">
                <a:solidFill>
                  <a:srgbClr val="A1E8D8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592828" y="2358219"/>
            <a:ext cx="395646" cy="59877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21843" marR="51435">
              <a:lnSpc>
                <a:spcPts val="1225"/>
              </a:lnSpc>
            </a:pPr>
            <a:r>
              <a:rPr sz="1100" spc="93" dirty="0">
                <a:solidFill>
                  <a:srgbClr val="141415"/>
                </a:solidFill>
                <a:latin typeface="Arial"/>
                <a:cs typeface="Arial"/>
              </a:rPr>
              <a:t>'</a:t>
            </a:r>
            <a:r>
              <a:rPr sz="400" spc="93" dirty="0">
                <a:solidFill>
                  <a:srgbClr val="141415"/>
                </a:solidFill>
                <a:latin typeface="Arial"/>
                <a:cs typeface="Arial"/>
              </a:rPr>
              <a:t>I  </a:t>
            </a:r>
            <a:r>
              <a:rPr sz="1100" spc="93" dirty="0">
                <a:solidFill>
                  <a:srgbClr val="DD2B26"/>
                </a:solidFill>
                <a:latin typeface="Arial"/>
                <a:cs typeface="Arial"/>
              </a:rPr>
              <a:t>$</a:t>
            </a:r>
            <a:r>
              <a:rPr sz="1100" spc="93" dirty="0">
                <a:solidFill>
                  <a:srgbClr val="2A2A2A"/>
                </a:solidFill>
                <a:latin typeface="Arial"/>
                <a:cs typeface="Arial"/>
              </a:rPr>
              <a:t>'</a:t>
            </a:r>
            <a:r>
              <a:rPr sz="400" spc="93" dirty="0">
                <a:solidFill>
                  <a:srgbClr val="141415"/>
                </a:solidFill>
                <a:latin typeface="Arial"/>
                <a:cs typeface="Arial"/>
              </a:rPr>
              <a:t>I</a:t>
            </a:r>
            <a:endParaRPr sz="400">
              <a:latin typeface="Arial"/>
              <a:cs typeface="Arial"/>
            </a:endParaRPr>
          </a:p>
          <a:p>
            <a:pPr marL="12700">
              <a:lnSpc>
                <a:spcPts val="1379"/>
              </a:lnSpc>
              <a:spcBef>
                <a:spcPts val="293"/>
              </a:spcBef>
            </a:pPr>
            <a:r>
              <a:rPr sz="1200" spc="316" dirty="0">
                <a:solidFill>
                  <a:srgbClr val="2677AF"/>
                </a:solidFill>
                <a:latin typeface="Times New Roman"/>
                <a:cs typeface="Times New Roman"/>
              </a:rPr>
              <a:t>'</a:t>
            </a:r>
            <a:r>
              <a:rPr sz="4050" spc="316" baseline="-19325" dirty="0">
                <a:solidFill>
                  <a:srgbClr val="26A0EB"/>
                </a:solidFill>
                <a:latin typeface="Times New Roman"/>
                <a:cs typeface="Times New Roman"/>
              </a:rPr>
              <a:t>•</a:t>
            </a:r>
            <a:r>
              <a:rPr sz="1200" spc="316" dirty="0">
                <a:solidFill>
                  <a:srgbClr val="2677AF"/>
                </a:solidFill>
                <a:latin typeface="Times New Roman"/>
                <a:cs typeface="Times New Roman"/>
              </a:rPr>
              <a:t>-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951724" y="2387898"/>
            <a:ext cx="290575" cy="939800"/>
          </a:xfrm>
          <a:prstGeom prst="rect">
            <a:avLst/>
          </a:prstGeom>
        </p:spPr>
        <p:txBody>
          <a:bodyPr wrap="square" lIns="0" tIns="46990" rIns="0" bIns="0" rtlCol="0">
            <a:noAutofit/>
          </a:bodyPr>
          <a:lstStyle/>
          <a:p>
            <a:pPr marL="12700">
              <a:lnSpc>
                <a:spcPts val="7400"/>
              </a:lnSpc>
            </a:pPr>
            <a:r>
              <a:rPr sz="7200" spc="-791" dirty="0">
                <a:solidFill>
                  <a:srgbClr val="DD2B26"/>
                </a:solidFill>
                <a:latin typeface="Times New Roman"/>
                <a:cs typeface="Times New Roman"/>
              </a:rPr>
              <a:t>.</a:t>
            </a:r>
            <a:endParaRPr sz="7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344916" y="2387898"/>
            <a:ext cx="382015" cy="939800"/>
          </a:xfrm>
          <a:prstGeom prst="rect">
            <a:avLst/>
          </a:prstGeom>
        </p:spPr>
        <p:txBody>
          <a:bodyPr wrap="square" lIns="0" tIns="46990" rIns="0" bIns="0" rtlCol="0">
            <a:noAutofit/>
          </a:bodyPr>
          <a:lstStyle/>
          <a:p>
            <a:pPr marL="12700">
              <a:lnSpc>
                <a:spcPts val="7400"/>
              </a:lnSpc>
            </a:pPr>
            <a:r>
              <a:rPr sz="1650" spc="105" baseline="57975" dirty="0">
                <a:solidFill>
                  <a:srgbClr val="DD2B26"/>
                </a:solidFill>
                <a:latin typeface="Arial"/>
                <a:cs typeface="Arial"/>
              </a:rPr>
              <a:t>$</a:t>
            </a:r>
            <a:r>
              <a:rPr sz="7200" spc="-791" dirty="0">
                <a:solidFill>
                  <a:srgbClr val="DD2B26"/>
                </a:solidFill>
                <a:latin typeface="Times New Roman"/>
                <a:cs typeface="Times New Roman"/>
              </a:rPr>
              <a:t>.</a:t>
            </a:r>
            <a:endParaRPr sz="7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50028" y="2455837"/>
            <a:ext cx="632206" cy="533400"/>
          </a:xfrm>
          <a:prstGeom prst="rect">
            <a:avLst/>
          </a:prstGeom>
        </p:spPr>
        <p:txBody>
          <a:bodyPr wrap="square" lIns="0" tIns="26574" rIns="0" bIns="0" rtlCol="0">
            <a:noAutofit/>
          </a:bodyPr>
          <a:lstStyle/>
          <a:p>
            <a:pPr marL="12700">
              <a:lnSpc>
                <a:spcPts val="4185"/>
              </a:lnSpc>
            </a:pPr>
            <a:r>
              <a:rPr sz="2700" spc="-132" dirty="0">
                <a:solidFill>
                  <a:srgbClr val="26A0EB"/>
                </a:solidFill>
                <a:latin typeface="Times New Roman"/>
                <a:cs typeface="Times New Roman"/>
              </a:rPr>
              <a:t>• </a:t>
            </a:r>
            <a:r>
              <a:rPr sz="1800" spc="-132" baseline="43481" dirty="0">
                <a:solidFill>
                  <a:srgbClr val="26A0EB"/>
                </a:solidFill>
                <a:latin typeface="Times New Roman"/>
                <a:cs typeface="Times New Roman"/>
              </a:rPr>
              <a:t>•</a:t>
            </a:r>
            <a:r>
              <a:rPr sz="4000" spc="-132" dirty="0">
                <a:solidFill>
                  <a:srgbClr val="26A0EB"/>
                </a:solidFill>
                <a:latin typeface="Times New Roman"/>
                <a:cs typeface="Times New Roman"/>
              </a:rPr>
              <a:t>•</a:t>
            </a:r>
            <a:r>
              <a:rPr sz="4000" spc="-132" dirty="0">
                <a:solidFill>
                  <a:srgbClr val="DD2B26"/>
                </a:solidFill>
                <a:latin typeface="Times New Roman"/>
                <a:cs typeface="Times New Roman"/>
              </a:rPr>
              <a:t>•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89140" y="2510530"/>
            <a:ext cx="318769" cy="787400"/>
          </a:xfrm>
          <a:prstGeom prst="rect">
            <a:avLst/>
          </a:prstGeom>
        </p:spPr>
        <p:txBody>
          <a:bodyPr wrap="square" lIns="0" tIns="39370" rIns="0" bIns="0" rtlCol="0">
            <a:noAutofit/>
          </a:bodyPr>
          <a:lstStyle/>
          <a:p>
            <a:pPr marL="12700">
              <a:lnSpc>
                <a:spcPts val="6200"/>
              </a:lnSpc>
            </a:pPr>
            <a:r>
              <a:rPr sz="750" spc="417" baseline="117701" dirty="0">
                <a:solidFill>
                  <a:srgbClr val="26A0EB"/>
                </a:solidFill>
                <a:latin typeface="Courier New"/>
                <a:cs typeface="Courier New"/>
              </a:rPr>
              <a:t>•</a:t>
            </a:r>
            <a:r>
              <a:rPr sz="6000" spc="-809" dirty="0">
                <a:solidFill>
                  <a:srgbClr val="26A0EB"/>
                </a:solidFill>
                <a:latin typeface="Times New Roman"/>
                <a:cs typeface="Times New Roman"/>
              </a:rPr>
              <a:t>.</a:t>
            </a:r>
            <a:endParaRPr sz="6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604252" y="2510530"/>
            <a:ext cx="292100" cy="787400"/>
          </a:xfrm>
          <a:prstGeom prst="rect">
            <a:avLst/>
          </a:prstGeom>
        </p:spPr>
        <p:txBody>
          <a:bodyPr wrap="square" lIns="0" tIns="39370" rIns="0" bIns="0" rtlCol="0">
            <a:noAutofit/>
          </a:bodyPr>
          <a:lstStyle/>
          <a:p>
            <a:pPr marL="12700">
              <a:lnSpc>
                <a:spcPts val="6200"/>
              </a:lnSpc>
            </a:pPr>
            <a:r>
              <a:rPr sz="1800" spc="-184" baseline="53144" dirty="0">
                <a:solidFill>
                  <a:srgbClr val="26A0EB"/>
                </a:solidFill>
                <a:latin typeface="Arial"/>
                <a:cs typeface="Arial"/>
              </a:rPr>
              <a:t>e</a:t>
            </a:r>
            <a:r>
              <a:rPr sz="6000" spc="-779" dirty="0">
                <a:solidFill>
                  <a:srgbClr val="26A0EB"/>
                </a:solidFill>
                <a:latin typeface="Times New Roman"/>
                <a:cs typeface="Times New Roman"/>
              </a:rPr>
              <a:t>.</a:t>
            </a:r>
            <a:endParaRPr sz="6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387844" y="2537233"/>
            <a:ext cx="764921" cy="656510"/>
          </a:xfrm>
          <a:prstGeom prst="rect">
            <a:avLst/>
          </a:prstGeom>
        </p:spPr>
        <p:txBody>
          <a:bodyPr wrap="square" lIns="0" tIns="16859" rIns="0" bIns="0" rtlCol="0">
            <a:noAutofit/>
          </a:bodyPr>
          <a:lstStyle/>
          <a:p>
            <a:pPr marL="12700">
              <a:lnSpc>
                <a:spcPts val="2655"/>
              </a:lnSpc>
            </a:pPr>
            <a:r>
              <a:rPr sz="2500" spc="-554" dirty="0">
                <a:solidFill>
                  <a:srgbClr val="141415"/>
                </a:solidFill>
                <a:latin typeface="Arial"/>
                <a:cs typeface="Arial"/>
              </a:rPr>
              <a:t>;</a:t>
            </a:r>
            <a:r>
              <a:rPr sz="2500" spc="-553" dirty="0">
                <a:solidFill>
                  <a:srgbClr val="141415"/>
                </a:solidFill>
                <a:latin typeface="Arial"/>
                <a:cs typeface="Arial"/>
              </a:rPr>
              <a:t>        </a:t>
            </a:r>
            <a:r>
              <a:rPr sz="2500" spc="-300" dirty="0">
                <a:solidFill>
                  <a:srgbClr val="26A0EB"/>
                </a:solidFill>
                <a:latin typeface="Arial"/>
                <a:cs typeface="Arial"/>
              </a:rPr>
              <a:t>°</a:t>
            </a:r>
            <a:r>
              <a:rPr sz="2500" spc="-145" dirty="0">
                <a:solidFill>
                  <a:srgbClr val="26A0EB"/>
                </a:solidFill>
                <a:latin typeface="Arial"/>
                <a:cs typeface="Arial"/>
              </a:rPr>
              <a:t> </a:t>
            </a:r>
            <a:r>
              <a:rPr sz="1800" spc="297" baseline="26572" dirty="0">
                <a:solidFill>
                  <a:srgbClr val="26A0EB"/>
                </a:solidFill>
                <a:latin typeface="Times New Roman"/>
                <a:cs typeface="Times New Roman"/>
              </a:rPr>
              <a:t>•</a:t>
            </a:r>
            <a:r>
              <a:rPr sz="1200" spc="429" dirty="0">
                <a:solidFill>
                  <a:srgbClr val="26A0EB"/>
                </a:solidFill>
                <a:latin typeface="Times New Roman"/>
                <a:cs typeface="Times New Roman"/>
              </a:rPr>
              <a:t>e</a:t>
            </a:r>
            <a:r>
              <a:rPr sz="1200" spc="671" dirty="0">
                <a:solidFill>
                  <a:srgbClr val="DD2B26"/>
                </a:solidFill>
                <a:latin typeface="Times New Roman"/>
                <a:cs typeface="Times New Roman"/>
              </a:rPr>
              <a:t>¢</a:t>
            </a:r>
            <a:endParaRPr sz="1200">
              <a:latin typeface="Times New Roman"/>
              <a:cs typeface="Times New Roman"/>
            </a:endParaRPr>
          </a:p>
          <a:p>
            <a:pPr marL="12700" marR="47625">
              <a:lnSpc>
                <a:spcPts val="2450"/>
              </a:lnSpc>
            </a:pPr>
            <a:r>
              <a:rPr sz="1800" spc="-227" baseline="45897" dirty="0">
                <a:solidFill>
                  <a:srgbClr val="2677AF"/>
                </a:solidFill>
                <a:latin typeface="Arial"/>
                <a:cs typeface="Arial"/>
              </a:rPr>
              <a:t>'</a:t>
            </a:r>
            <a:r>
              <a:rPr sz="750" spc="-298" baseline="105931" dirty="0">
                <a:solidFill>
                  <a:srgbClr val="141415"/>
                </a:solidFill>
                <a:latin typeface="Courier New"/>
                <a:cs typeface="Courier New"/>
              </a:rPr>
              <a:t>I</a:t>
            </a:r>
            <a:r>
              <a:rPr sz="1800" spc="-66" dirty="0">
                <a:solidFill>
                  <a:srgbClr val="141415"/>
                </a:solidFill>
                <a:latin typeface="Times New Roman"/>
                <a:cs typeface="Times New Roman"/>
              </a:rPr>
              <a:t>:</a:t>
            </a:r>
            <a:r>
              <a:rPr sz="1800" spc="-66" dirty="0">
                <a:solidFill>
                  <a:srgbClr val="26A0EB"/>
                </a:solidFill>
                <a:latin typeface="Times New Roman"/>
                <a:cs typeface="Times New Roman"/>
              </a:rPr>
              <a:t>•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57019" y="2568499"/>
            <a:ext cx="168732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309" dirty="0">
                <a:solidFill>
                  <a:srgbClr val="A1E8D8"/>
                </a:solidFill>
                <a:latin typeface="Arial"/>
                <a:cs typeface="Arial"/>
              </a:rPr>
              <a:t>■</a:t>
            </a:r>
            <a:endParaRPr sz="1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089140" y="2598723"/>
            <a:ext cx="138404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sz="1200" spc="288" dirty="0">
                <a:solidFill>
                  <a:srgbClr val="26A0EB"/>
                </a:solidFill>
                <a:latin typeface="Times New Roman"/>
                <a:cs typeface="Times New Roman"/>
              </a:rPr>
              <a:t>•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98612" y="2598723"/>
            <a:ext cx="462787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sz="1200" spc="364" dirty="0">
                <a:solidFill>
                  <a:srgbClr val="DD2B26"/>
                </a:solidFill>
                <a:latin typeface="Times New Roman"/>
                <a:cs typeface="Times New Roman"/>
              </a:rPr>
              <a:t>¢  ¢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22779" y="2619954"/>
            <a:ext cx="185366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sz="1400" dirty="0">
                <a:solidFill>
                  <a:srgbClr val="695D46"/>
                </a:solidFill>
                <a:latin typeface="Arial"/>
                <a:cs typeface="Arial"/>
              </a:rPr>
              <a:t>m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23947" y="2619954"/>
            <a:ext cx="1706395" cy="203200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>
              <a:lnSpc>
                <a:spcPts val="1530"/>
              </a:lnSpc>
            </a:pPr>
            <a:r>
              <a:rPr sz="1400" spc="44" dirty="0">
                <a:solidFill>
                  <a:srgbClr val="695D46"/>
                </a:solidFill>
                <a:latin typeface="Arial"/>
                <a:cs typeface="Arial"/>
              </a:rPr>
              <a:t>- number of training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02300" y="2629203"/>
            <a:ext cx="459739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sz="1200" spc="358" dirty="0">
                <a:solidFill>
                  <a:srgbClr val="DD2B26"/>
                </a:solidFill>
                <a:latin typeface="Times New Roman"/>
                <a:cs typeface="Times New Roman"/>
              </a:rPr>
              <a:t>¢  ¢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48604" y="2630903"/>
            <a:ext cx="347668" cy="697483"/>
          </a:xfrm>
          <a:prstGeom prst="rect">
            <a:avLst/>
          </a:prstGeom>
        </p:spPr>
        <p:txBody>
          <a:bodyPr wrap="square" lIns="0" tIns="34829" rIns="0" bIns="0" rtlCol="0">
            <a:noAutofit/>
          </a:bodyPr>
          <a:lstStyle/>
          <a:p>
            <a:pPr marL="12700">
              <a:lnSpc>
                <a:spcPts val="5485"/>
              </a:lnSpc>
            </a:pPr>
            <a:r>
              <a:rPr sz="5850" spc="-492" baseline="17095" dirty="0">
                <a:solidFill>
                  <a:srgbClr val="DD2B26"/>
                </a:solidFill>
                <a:latin typeface="Arial"/>
                <a:cs typeface="Arial"/>
              </a:rPr>
              <a:t>•</a:t>
            </a:r>
            <a:r>
              <a:rPr sz="3900" spc="-492" dirty="0">
                <a:solidFill>
                  <a:srgbClr val="DD2B26"/>
                </a:solidFill>
                <a:latin typeface="Arial"/>
                <a:cs typeface="Arial"/>
              </a:rPr>
              <a:t>•</a:t>
            </a:r>
            <a:endParaRPr sz="3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89780" y="2754395"/>
            <a:ext cx="494853" cy="547018"/>
          </a:xfrm>
          <a:prstGeom prst="rect">
            <a:avLst/>
          </a:prstGeom>
        </p:spPr>
        <p:txBody>
          <a:bodyPr wrap="square" lIns="0" tIns="27114" rIns="0" bIns="0" rtlCol="0">
            <a:noAutofit/>
          </a:bodyPr>
          <a:lstStyle/>
          <a:p>
            <a:pPr marL="12700">
              <a:lnSpc>
                <a:spcPts val="4270"/>
              </a:lnSpc>
            </a:pPr>
            <a:r>
              <a:rPr sz="4050" spc="-239" baseline="24693" dirty="0">
                <a:solidFill>
                  <a:srgbClr val="26A0EB"/>
                </a:solidFill>
                <a:latin typeface="Arial"/>
                <a:cs typeface="Arial"/>
              </a:rPr>
              <a:t>•</a:t>
            </a:r>
            <a:r>
              <a:rPr sz="2700" spc="-216" dirty="0">
                <a:solidFill>
                  <a:srgbClr val="26A0EB"/>
                </a:solidFill>
                <a:latin typeface="Times New Roman"/>
                <a:cs typeface="Times New Roman"/>
              </a:rPr>
              <a:t>•  </a:t>
            </a:r>
            <a:r>
              <a:rPr sz="4050" spc="-216" baseline="24693" dirty="0">
                <a:solidFill>
                  <a:srgbClr val="26A0EB"/>
                </a:solidFill>
                <a:latin typeface="Times New Roman"/>
                <a:cs typeface="Times New Roman"/>
              </a:rPr>
              <a:t>•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04892" y="2756329"/>
            <a:ext cx="163245" cy="368300"/>
          </a:xfrm>
          <a:prstGeom prst="rect">
            <a:avLst/>
          </a:prstGeom>
        </p:spPr>
        <p:txBody>
          <a:bodyPr wrap="square" lIns="0" tIns="18129" rIns="0" bIns="0" rtlCol="0">
            <a:noAutofit/>
          </a:bodyPr>
          <a:lstStyle/>
          <a:p>
            <a:pPr marL="12700">
              <a:lnSpc>
                <a:spcPts val="2855"/>
              </a:lnSpc>
            </a:pPr>
            <a:r>
              <a:rPr sz="2700" spc="-264" dirty="0">
                <a:solidFill>
                  <a:srgbClr val="26A0EB"/>
                </a:solidFill>
                <a:latin typeface="Times New Roman"/>
                <a:cs typeface="Times New Roman"/>
              </a:rPr>
              <a:t>•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31156" y="2800261"/>
            <a:ext cx="766360" cy="613271"/>
          </a:xfrm>
          <a:prstGeom prst="rect">
            <a:avLst/>
          </a:prstGeom>
        </p:spPr>
        <p:txBody>
          <a:bodyPr wrap="square" lIns="0" tIns="30480" rIns="0" bIns="0" rtlCol="0">
            <a:noAutofit/>
          </a:bodyPr>
          <a:lstStyle/>
          <a:p>
            <a:pPr marL="12700">
              <a:lnSpc>
                <a:spcPts val="4800"/>
              </a:lnSpc>
            </a:pPr>
            <a:r>
              <a:rPr sz="4050" spc="-190" baseline="10736" dirty="0">
                <a:solidFill>
                  <a:srgbClr val="26A0EB"/>
                </a:solidFill>
                <a:latin typeface="Times New Roman"/>
                <a:cs typeface="Times New Roman"/>
              </a:rPr>
              <a:t>•  </a:t>
            </a:r>
            <a:r>
              <a:rPr sz="3900" spc="-277" baseline="11149" dirty="0">
                <a:solidFill>
                  <a:srgbClr val="26A0EB"/>
                </a:solidFill>
                <a:latin typeface="Arial"/>
                <a:cs typeface="Arial"/>
              </a:rPr>
              <a:t>• </a:t>
            </a:r>
            <a:r>
              <a:rPr sz="3750" spc="-277" baseline="-9276" dirty="0">
                <a:solidFill>
                  <a:srgbClr val="26A0EB"/>
                </a:solidFill>
                <a:latin typeface="Arial"/>
                <a:cs typeface="Arial"/>
              </a:rPr>
              <a:t>° </a:t>
            </a:r>
            <a:r>
              <a:rPr sz="4000" spc="-190" dirty="0">
                <a:solidFill>
                  <a:srgbClr val="DD2B26"/>
                </a:solidFill>
                <a:latin typeface="Times New Roman"/>
                <a:cs typeface="Times New Roman"/>
              </a:rPr>
              <a:t>•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16683" y="2885130"/>
            <a:ext cx="1177055" cy="764032"/>
          </a:xfrm>
          <a:prstGeom prst="rect">
            <a:avLst/>
          </a:prstGeom>
        </p:spPr>
        <p:txBody>
          <a:bodyPr wrap="square" lIns="0" tIns="9715" rIns="0" bIns="0" rtlCol="0">
            <a:noAutofit/>
          </a:bodyPr>
          <a:lstStyle/>
          <a:p>
            <a:pPr marL="12700" marR="17967">
              <a:lnSpc>
                <a:spcPts val="1530"/>
              </a:lnSpc>
            </a:pPr>
            <a:r>
              <a:rPr sz="1400" spc="14" dirty="0">
                <a:solidFill>
                  <a:srgbClr val="695D46"/>
                </a:solidFill>
                <a:latin typeface="Arial"/>
                <a:cs typeface="Arial"/>
              </a:rPr>
              <a:t>examples</a:t>
            </a:r>
            <a:endParaRPr sz="1400">
              <a:latin typeface="Arial"/>
              <a:cs typeface="Arial"/>
            </a:endParaRPr>
          </a:p>
          <a:p>
            <a:pPr marL="15748" indent="3047">
              <a:lnSpc>
                <a:spcPts val="2060"/>
              </a:lnSpc>
              <a:spcBef>
                <a:spcPts val="431"/>
              </a:spcBef>
            </a:pPr>
            <a:r>
              <a:rPr sz="1400" spc="-171" dirty="0">
                <a:solidFill>
                  <a:srgbClr val="695D46"/>
                </a:solidFill>
                <a:latin typeface="Arial"/>
                <a:cs typeface="Arial"/>
              </a:rPr>
              <a:t>n</a:t>
            </a:r>
            <a:r>
              <a:rPr sz="1400" spc="154" dirty="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sz="1400" spc="-102" dirty="0">
                <a:solidFill>
                  <a:srgbClr val="695D46"/>
                </a:solidFill>
                <a:latin typeface="Arial"/>
                <a:cs typeface="Arial"/>
              </a:rPr>
              <a:t>-</a:t>
            </a:r>
            <a:r>
              <a:rPr sz="1400" spc="134" dirty="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sz="1400" spc="4" dirty="0">
                <a:solidFill>
                  <a:srgbClr val="695D46"/>
                </a:solidFill>
                <a:latin typeface="Arial"/>
                <a:cs typeface="Arial"/>
              </a:rPr>
              <a:t>n</a:t>
            </a:r>
            <a:r>
              <a:rPr sz="1400" spc="9" dirty="0">
                <a:solidFill>
                  <a:srgbClr val="695D46"/>
                </a:solidFill>
                <a:latin typeface="Arial"/>
                <a:cs typeface="Arial"/>
              </a:rPr>
              <a:t>u</a:t>
            </a:r>
            <a:r>
              <a:rPr sz="1400" spc="0" dirty="0">
                <a:solidFill>
                  <a:srgbClr val="695D46"/>
                </a:solidFill>
                <a:latin typeface="Arial"/>
                <a:cs typeface="Arial"/>
              </a:rPr>
              <a:t>m</a:t>
            </a:r>
            <a:r>
              <a:rPr sz="1400" spc="9" dirty="0">
                <a:solidFill>
                  <a:srgbClr val="695D46"/>
                </a:solidFill>
                <a:latin typeface="Arial"/>
                <a:cs typeface="Arial"/>
              </a:rPr>
              <a:t>b</a:t>
            </a:r>
            <a:r>
              <a:rPr sz="1400" spc="4" dirty="0">
                <a:solidFill>
                  <a:srgbClr val="695D46"/>
                </a:solidFill>
                <a:latin typeface="Arial"/>
                <a:cs typeface="Arial"/>
              </a:rPr>
              <a:t>e</a:t>
            </a:r>
            <a:r>
              <a:rPr sz="1400" spc="0" dirty="0">
                <a:solidFill>
                  <a:srgbClr val="695D46"/>
                </a:solidFill>
                <a:latin typeface="Arial"/>
                <a:cs typeface="Arial"/>
              </a:rPr>
              <a:t>r</a:t>
            </a:r>
            <a:r>
              <a:rPr sz="1400" spc="384" dirty="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sz="1400" spc="-33" dirty="0">
                <a:solidFill>
                  <a:srgbClr val="695D46"/>
                </a:solidFill>
                <a:latin typeface="Arial"/>
                <a:cs typeface="Arial"/>
              </a:rPr>
              <a:t>o</a:t>
            </a:r>
            <a:r>
              <a:rPr sz="1400" spc="161" dirty="0">
                <a:solidFill>
                  <a:srgbClr val="695D46"/>
                </a:solidFill>
                <a:latin typeface="Arial"/>
                <a:cs typeface="Arial"/>
              </a:rPr>
              <a:t>f </a:t>
            </a:r>
            <a:r>
              <a:rPr sz="1400" spc="-33" dirty="0">
                <a:solidFill>
                  <a:srgbClr val="695D46"/>
                </a:solidFill>
                <a:latin typeface="Arial"/>
                <a:cs typeface="Arial"/>
              </a:rPr>
              <a:t>d</a:t>
            </a:r>
            <a:r>
              <a:rPr sz="1400" spc="70" dirty="0">
                <a:solidFill>
                  <a:srgbClr val="695D46"/>
                </a:solidFill>
                <a:latin typeface="Arial"/>
                <a:cs typeface="Arial"/>
              </a:rPr>
              <a:t>i</a:t>
            </a:r>
            <a:r>
              <a:rPr sz="1400" spc="103" dirty="0">
                <a:solidFill>
                  <a:srgbClr val="695D46"/>
                </a:solidFill>
                <a:latin typeface="Arial"/>
                <a:cs typeface="Arial"/>
              </a:rPr>
              <a:t>m</a:t>
            </a:r>
            <a:r>
              <a:rPr sz="1400" spc="35" dirty="0">
                <a:solidFill>
                  <a:srgbClr val="695D46"/>
                </a:solidFill>
                <a:latin typeface="Arial"/>
                <a:cs typeface="Arial"/>
              </a:rPr>
              <a:t>en</a:t>
            </a:r>
            <a:r>
              <a:rPr sz="1400" spc="-2" dirty="0">
                <a:solidFill>
                  <a:srgbClr val="695D46"/>
                </a:solidFill>
                <a:latin typeface="Arial"/>
                <a:cs typeface="Arial"/>
              </a:rPr>
              <a:t>s</a:t>
            </a:r>
            <a:r>
              <a:rPr sz="1400" spc="23" dirty="0">
                <a:solidFill>
                  <a:srgbClr val="695D46"/>
                </a:solidFill>
                <a:latin typeface="Arial"/>
                <a:cs typeface="Arial"/>
              </a:rPr>
              <a:t>i</a:t>
            </a:r>
            <a:r>
              <a:rPr sz="1400" spc="86" dirty="0">
                <a:solidFill>
                  <a:srgbClr val="695D46"/>
                </a:solidFill>
                <a:latin typeface="Arial"/>
                <a:cs typeface="Arial"/>
              </a:rPr>
              <a:t>o</a:t>
            </a:r>
            <a:r>
              <a:rPr sz="1400" spc="35" dirty="0">
                <a:solidFill>
                  <a:srgbClr val="695D46"/>
                </a:solidFill>
                <a:latin typeface="Arial"/>
                <a:cs typeface="Arial"/>
              </a:rPr>
              <a:t>n</a:t>
            </a:r>
            <a:r>
              <a:rPr sz="1400" spc="-56" dirty="0">
                <a:solidFill>
                  <a:srgbClr val="695D46"/>
                </a:solidFill>
                <a:latin typeface="Arial"/>
                <a:cs typeface="Arial"/>
              </a:rPr>
              <a:t>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57019" y="3132379"/>
            <a:ext cx="168732" cy="266700"/>
          </a:xfrm>
          <a:prstGeom prst="rect">
            <a:avLst/>
          </a:prstGeom>
        </p:spPr>
        <p:txBody>
          <a:bodyPr wrap="square" lIns="0" tIns="12954" rIns="0" bIns="0" rtlCol="0">
            <a:noAutofit/>
          </a:bodyPr>
          <a:lstStyle/>
          <a:p>
            <a:pPr marL="12700">
              <a:lnSpc>
                <a:spcPts val="2039"/>
              </a:lnSpc>
            </a:pPr>
            <a:r>
              <a:rPr sz="1900" spc="-309" dirty="0">
                <a:solidFill>
                  <a:srgbClr val="A1E8D8"/>
                </a:solidFill>
                <a:latin typeface="Arial"/>
                <a:cs typeface="Arial"/>
              </a:rPr>
              <a:t>■</a:t>
            </a:r>
            <a:endParaRPr sz="1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91660" y="3204416"/>
            <a:ext cx="535459" cy="178659"/>
          </a:xfrm>
          <a:prstGeom prst="rect">
            <a:avLst/>
          </a:prstGeom>
        </p:spPr>
        <p:txBody>
          <a:bodyPr wrap="square" lIns="0" tIns="8445" rIns="0" bIns="0" rtlCol="0">
            <a:noAutofit/>
          </a:bodyPr>
          <a:lstStyle/>
          <a:p>
            <a:pPr marL="12700">
              <a:lnSpc>
                <a:spcPts val="1330"/>
              </a:lnSpc>
            </a:pPr>
            <a:r>
              <a:rPr sz="1200" spc="37" dirty="0">
                <a:solidFill>
                  <a:srgbClr val="141415"/>
                </a:solidFill>
                <a:latin typeface="Times New Roman"/>
                <a:cs typeface="Times New Roman"/>
              </a:rPr>
              <a:t>.</a:t>
            </a:r>
            <a:r>
              <a:rPr sz="1200" spc="178" dirty="0">
                <a:solidFill>
                  <a:srgbClr val="141415"/>
                </a:solidFill>
                <a:latin typeface="Times New Roman"/>
                <a:cs typeface="Times New Roman"/>
              </a:rPr>
              <a:t>.</a:t>
            </a:r>
            <a:r>
              <a:rPr sz="1200" spc="154" dirty="0">
                <a:solidFill>
                  <a:srgbClr val="141415"/>
                </a:solidFill>
                <a:latin typeface="Times New Roman"/>
                <a:cs typeface="Times New Roman"/>
              </a:rPr>
              <a:t>.</a:t>
            </a:r>
            <a:r>
              <a:rPr sz="1200" spc="-209" dirty="0">
                <a:solidFill>
                  <a:srgbClr val="248CCD"/>
                </a:solidFill>
                <a:latin typeface="Times New Roman"/>
                <a:cs typeface="Times New Roman"/>
              </a:rPr>
              <a:t>9?</a:t>
            </a:r>
            <a:r>
              <a:rPr sz="1200" spc="0" dirty="0">
                <a:solidFill>
                  <a:srgbClr val="248CCD"/>
                </a:solidFill>
                <a:latin typeface="Times New Roman"/>
                <a:cs typeface="Times New Roman"/>
              </a:rPr>
              <a:t>   </a:t>
            </a:r>
            <a:r>
              <a:rPr sz="1200" spc="-14" dirty="0">
                <a:solidFill>
                  <a:srgbClr val="248CCD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26A0EB"/>
                </a:solidFill>
                <a:latin typeface="Arial"/>
                <a:cs typeface="Arial"/>
              </a:rPr>
              <a:t>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46852" y="3205275"/>
            <a:ext cx="176275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sz="1200" spc="407" dirty="0">
                <a:solidFill>
                  <a:srgbClr val="DD2B26"/>
                </a:solidFill>
                <a:latin typeface="Times New Roman"/>
                <a:cs typeface="Times New Roman"/>
              </a:rPr>
              <a:t>¢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99836" y="3205275"/>
            <a:ext cx="176275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sz="1200" spc="407" dirty="0">
                <a:solidFill>
                  <a:srgbClr val="DD2B26"/>
                </a:solidFill>
                <a:latin typeface="Times New Roman"/>
                <a:cs typeface="Times New Roman"/>
              </a:rPr>
              <a:t>¢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43164" y="3248235"/>
            <a:ext cx="428217" cy="165100"/>
          </a:xfrm>
          <a:prstGeom prst="rect">
            <a:avLst/>
          </a:prstGeom>
        </p:spPr>
        <p:txBody>
          <a:bodyPr wrap="square" lIns="0" tIns="7778" rIns="0" bIns="0" rtlCol="0">
            <a:noAutofit/>
          </a:bodyPr>
          <a:lstStyle/>
          <a:p>
            <a:pPr marL="12700">
              <a:lnSpc>
                <a:spcPts val="1225"/>
              </a:lnSpc>
            </a:pPr>
            <a:r>
              <a:rPr sz="1100" spc="295" dirty="0">
                <a:solidFill>
                  <a:srgbClr val="DD2B26"/>
                </a:solidFill>
                <a:latin typeface="Arial"/>
                <a:cs typeface="Arial"/>
              </a:rPr>
              <a:t>¢  ¢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55612" y="3268817"/>
            <a:ext cx="396085" cy="139700"/>
          </a:xfrm>
          <a:prstGeom prst="rect">
            <a:avLst/>
          </a:prstGeom>
        </p:spPr>
        <p:txBody>
          <a:bodyPr wrap="square" lIns="0" tIns="6477" rIns="0" bIns="0" rtlCol="0">
            <a:noAutofit/>
          </a:bodyPr>
          <a:lstStyle/>
          <a:p>
            <a:pPr marL="12700">
              <a:lnSpc>
                <a:spcPts val="1019"/>
              </a:lnSpc>
            </a:pPr>
            <a:r>
              <a:rPr sz="900" spc="234" dirty="0">
                <a:solidFill>
                  <a:srgbClr val="26A0EB"/>
                </a:solidFill>
                <a:latin typeface="Arial"/>
                <a:cs typeface="Arial"/>
              </a:rPr>
              <a:t>•  e</a:t>
            </a:r>
            <a:r>
              <a:rPr sz="900" spc="234" dirty="0">
                <a:solidFill>
                  <a:srgbClr val="141415"/>
                </a:solidFill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40372" y="3347997"/>
            <a:ext cx="544449" cy="292100"/>
          </a:xfrm>
          <a:prstGeom prst="rect">
            <a:avLst/>
          </a:prstGeom>
        </p:spPr>
        <p:txBody>
          <a:bodyPr wrap="square" lIns="0" tIns="14255" rIns="0" bIns="0" rtlCol="0">
            <a:noAutofit/>
          </a:bodyPr>
          <a:lstStyle/>
          <a:p>
            <a:pPr marL="12700">
              <a:lnSpc>
                <a:spcPts val="2245"/>
              </a:lnSpc>
            </a:pPr>
            <a:r>
              <a:rPr sz="2100" spc="273" dirty="0">
                <a:solidFill>
                  <a:srgbClr val="141415"/>
                </a:solidFill>
                <a:latin typeface="Times New Roman"/>
                <a:cs typeface="Times New Roman"/>
              </a:rPr>
              <a:t>.</a:t>
            </a:r>
            <a:r>
              <a:rPr sz="2100" spc="273" dirty="0">
                <a:solidFill>
                  <a:srgbClr val="248CCD"/>
                </a:solidFill>
                <a:latin typeface="Times New Roman"/>
                <a:cs typeface="Times New Roman"/>
              </a:rPr>
              <a:t>•</a:t>
            </a:r>
            <a:r>
              <a:rPr sz="2100" spc="273" dirty="0">
                <a:solidFill>
                  <a:srgbClr val="141415"/>
                </a:solidFill>
                <a:latin typeface="Times New Roman"/>
                <a:cs typeface="Times New Roman"/>
              </a:rPr>
              <a:t>:</a:t>
            </a:r>
            <a:r>
              <a:rPr sz="2100" spc="273" dirty="0">
                <a:solidFill>
                  <a:srgbClr val="26A0EB"/>
                </a:solidFill>
                <a:latin typeface="Times New Roman"/>
                <a:cs typeface="Times New Roman"/>
              </a:rPr>
              <a:t>°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34332" y="3360367"/>
            <a:ext cx="1034614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800" spc="1300" dirty="0">
                <a:solidFill>
                  <a:srgbClr val="C32A26"/>
                </a:solidFill>
                <a:latin typeface="Times New Roman"/>
                <a:cs typeface="Times New Roman"/>
              </a:rPr>
              <a:t>;</a:t>
            </a:r>
            <a:r>
              <a:rPr sz="1800" spc="-644" dirty="0">
                <a:solidFill>
                  <a:srgbClr val="26A0EB"/>
                </a:solidFill>
                <a:latin typeface="Times New Roman"/>
                <a:cs typeface="Times New Roman"/>
              </a:rPr>
              <a:t>%</a:t>
            </a:r>
            <a:r>
              <a:rPr sz="1800" spc="0" dirty="0">
                <a:solidFill>
                  <a:srgbClr val="26A0EB"/>
                </a:solidFill>
                <a:latin typeface="Times New Roman"/>
                <a:cs typeface="Times New Roman"/>
              </a:rPr>
              <a:t>  </a:t>
            </a:r>
            <a:r>
              <a:rPr sz="1800" spc="-94" dirty="0">
                <a:solidFill>
                  <a:srgbClr val="26A0EB"/>
                </a:solidFill>
                <a:latin typeface="Times New Roman"/>
                <a:cs typeface="Times New Roman"/>
              </a:rPr>
              <a:t> </a:t>
            </a:r>
            <a:r>
              <a:rPr sz="1800" spc="0" dirty="0">
                <a:solidFill>
                  <a:srgbClr val="26A0EB"/>
                </a:solidFill>
                <a:latin typeface="Times New Roman"/>
                <a:cs typeface="Times New Roman"/>
              </a:rPr>
              <a:t>"   </a:t>
            </a:r>
            <a:r>
              <a:rPr sz="1800" spc="200" dirty="0">
                <a:solidFill>
                  <a:srgbClr val="26A0EB"/>
                </a:solidFill>
                <a:latin typeface="Times New Roman"/>
                <a:cs typeface="Times New Roman"/>
              </a:rPr>
              <a:t> </a:t>
            </a:r>
            <a:r>
              <a:rPr sz="1300" spc="0" dirty="0">
                <a:solidFill>
                  <a:srgbClr val="DD2B26"/>
                </a:solidFill>
                <a:latin typeface="Arial"/>
                <a:cs typeface="Arial"/>
              </a:rPr>
              <a:t>%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74940" y="3428821"/>
            <a:ext cx="185196" cy="190500"/>
          </a:xfrm>
          <a:prstGeom prst="rect">
            <a:avLst/>
          </a:prstGeom>
        </p:spPr>
        <p:txBody>
          <a:bodyPr wrap="square" lIns="0" tIns="9080" rIns="0" bIns="0" rtlCol="0">
            <a:noAutofit/>
          </a:bodyPr>
          <a:lstStyle/>
          <a:p>
            <a:pPr marL="12700">
              <a:lnSpc>
                <a:spcPts val="1430"/>
              </a:lnSpc>
            </a:pPr>
            <a:r>
              <a:rPr sz="1300" dirty="0">
                <a:solidFill>
                  <a:srgbClr val="DD2B26"/>
                </a:solidFill>
                <a:latin typeface="Arial"/>
                <a:cs typeface="Arial"/>
              </a:rPr>
              <a:t>%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8716" y="3703502"/>
            <a:ext cx="156502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800" spc="131" dirty="0">
                <a:solidFill>
                  <a:srgbClr val="A1E8D8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32" y="3703502"/>
            <a:ext cx="2872737" cy="884936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800" spc="34" dirty="0">
                <a:solidFill>
                  <a:srgbClr val="695D46"/>
                </a:solidFill>
                <a:latin typeface="Arial"/>
                <a:cs typeface="Arial"/>
              </a:rPr>
              <a:t>Susceptible to the curse of</a:t>
            </a:r>
            <a:endParaRPr sz="1800" dirty="0">
              <a:latin typeface="Arial"/>
              <a:cs typeface="Arial"/>
            </a:endParaRPr>
          </a:p>
          <a:p>
            <a:pPr marL="15747" marR="34289">
              <a:lnSpc>
                <a:spcPct val="95825"/>
              </a:lnSpc>
              <a:spcBef>
                <a:spcPts val="303"/>
              </a:spcBef>
            </a:pPr>
            <a:r>
              <a:rPr sz="1800" spc="54" dirty="0">
                <a:solidFill>
                  <a:srgbClr val="695D46"/>
                </a:solidFill>
                <a:latin typeface="Arial"/>
                <a:cs typeface="Arial"/>
              </a:rPr>
              <a:t>dimensionality</a:t>
            </a:r>
            <a:endParaRPr sz="1800" dirty="0">
              <a:latin typeface="Arial"/>
              <a:cs typeface="Arial"/>
            </a:endParaRPr>
          </a:p>
          <a:p>
            <a:pPr marL="24891" marR="34289">
              <a:lnSpc>
                <a:spcPct val="95825"/>
              </a:lnSpc>
              <a:spcBef>
                <a:spcPts val="425"/>
              </a:spcBef>
            </a:pPr>
            <a:r>
              <a:rPr sz="1800" spc="22" dirty="0">
                <a:solidFill>
                  <a:srgbClr val="695D46"/>
                </a:solidFill>
                <a:latin typeface="Arial"/>
                <a:cs typeface="Arial"/>
              </a:rPr>
              <a:t>Improvement:  Pruning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48716" y="4334438"/>
            <a:ext cx="159702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800" spc="156" dirty="0">
                <a:solidFill>
                  <a:srgbClr val="A1E8D8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1709</Words>
  <Application>Microsoft Office PowerPoint</Application>
  <PresentationFormat>Custom</PresentationFormat>
  <Paragraphs>944</Paragraphs>
  <Slides>32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Sanjoy</dc:creator>
  <cp:lastModifiedBy>Kingshuk Dhar</cp:lastModifiedBy>
  <cp:revision>5</cp:revision>
  <dcterms:modified xsi:type="dcterms:W3CDTF">2026-01-11T14:41:09Z</dcterms:modified>
</cp:coreProperties>
</file>